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33"/>
  </p:notesMasterIdLst>
  <p:sldIdLst>
    <p:sldId id="257" r:id="rId5"/>
    <p:sldId id="307" r:id="rId6"/>
    <p:sldId id="287" r:id="rId7"/>
    <p:sldId id="354" r:id="rId8"/>
    <p:sldId id="309" r:id="rId9"/>
    <p:sldId id="343" r:id="rId10"/>
    <p:sldId id="344" r:id="rId11"/>
    <p:sldId id="345" r:id="rId12"/>
    <p:sldId id="353" r:id="rId13"/>
    <p:sldId id="346" r:id="rId14"/>
    <p:sldId id="348" r:id="rId15"/>
    <p:sldId id="349" r:id="rId16"/>
    <p:sldId id="350" r:id="rId17"/>
    <p:sldId id="351" r:id="rId18"/>
    <p:sldId id="347" r:id="rId19"/>
    <p:sldId id="308" r:id="rId20"/>
    <p:sldId id="334" r:id="rId21"/>
    <p:sldId id="335" r:id="rId22"/>
    <p:sldId id="336" r:id="rId23"/>
    <p:sldId id="337" r:id="rId24"/>
    <p:sldId id="338" r:id="rId25"/>
    <p:sldId id="339" r:id="rId26"/>
    <p:sldId id="340" r:id="rId27"/>
    <p:sldId id="341" r:id="rId28"/>
    <p:sldId id="342" r:id="rId29"/>
    <p:sldId id="331" r:id="rId30"/>
    <p:sldId id="352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C01F"/>
    <a:srgbClr val="1D70B7"/>
    <a:srgbClr val="9AC1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959C17-B516-4841-BA86-8C0D6A0F5ACF}" v="2" dt="2026-09-20T08:46:02.9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5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andry Noa Galvez" userId="230e02fc-bb75-4b85-82d5-ca052b5e1f9a" providerId="ADAL" clId="{2668B372-CB58-4CAD-BB7F-36DA1DA75982}"/>
    <pc:docChg chg="custSel modSld delMainMaster modMainMaster">
      <pc:chgData name="Yuandry Noa Galvez" userId="230e02fc-bb75-4b85-82d5-ca052b5e1f9a" providerId="ADAL" clId="{2668B372-CB58-4CAD-BB7F-36DA1DA75982}" dt="2026-09-20T08:48:51.555" v="27" actId="20577"/>
      <pc:docMkLst>
        <pc:docMk/>
      </pc:docMkLst>
      <pc:sldChg chg="addSp delSp modSp mod modClrScheme chgLayout">
        <pc:chgData name="Yuandry Noa Galvez" userId="230e02fc-bb75-4b85-82d5-ca052b5e1f9a" providerId="ADAL" clId="{2668B372-CB58-4CAD-BB7F-36DA1DA75982}" dt="2026-09-20T08:46:09.116" v="8" actId="478"/>
        <pc:sldMkLst>
          <pc:docMk/>
          <pc:sldMk cId="3944936782" sldId="257"/>
        </pc:sldMkLst>
        <pc:spChg chg="mod">
          <ac:chgData name="Yuandry Noa Galvez" userId="230e02fc-bb75-4b85-82d5-ca052b5e1f9a" providerId="ADAL" clId="{2668B372-CB58-4CAD-BB7F-36DA1DA75982}" dt="2026-09-20T08:46:05.343" v="7" actId="26606"/>
          <ac:spMkLst>
            <pc:docMk/>
            <pc:sldMk cId="3944936782" sldId="257"/>
            <ac:spMk id="2" creationId="{3AA4ACAB-1D30-437A-8E2E-2C3CABC0BA7D}"/>
          </ac:spMkLst>
        </pc:spChg>
        <pc:spChg chg="mod ord">
          <ac:chgData name="Yuandry Noa Galvez" userId="230e02fc-bb75-4b85-82d5-ca052b5e1f9a" providerId="ADAL" clId="{2668B372-CB58-4CAD-BB7F-36DA1DA75982}" dt="2026-09-20T08:46:05.343" v="7" actId="26606"/>
          <ac:spMkLst>
            <pc:docMk/>
            <pc:sldMk cId="3944936782" sldId="257"/>
            <ac:spMk id="3" creationId="{20D3E09C-C1BB-44C7-A03A-1F9AE08E02BE}"/>
          </ac:spMkLst>
        </pc:spChg>
        <pc:spChg chg="add del mod">
          <ac:chgData name="Yuandry Noa Galvez" userId="230e02fc-bb75-4b85-82d5-ca052b5e1f9a" providerId="ADAL" clId="{2668B372-CB58-4CAD-BB7F-36DA1DA75982}" dt="2026-09-20T08:46:09.116" v="8" actId="478"/>
          <ac:spMkLst>
            <pc:docMk/>
            <pc:sldMk cId="3944936782" sldId="257"/>
            <ac:spMk id="8" creationId="{CA64F167-8D23-F8F1-11D6-769C2B4E027B}"/>
          </ac:spMkLst>
        </pc:spChg>
        <pc:spChg chg="add mod">
          <ac:chgData name="Yuandry Noa Galvez" userId="230e02fc-bb75-4b85-82d5-ca052b5e1f9a" providerId="ADAL" clId="{2668B372-CB58-4CAD-BB7F-36DA1DA75982}" dt="2026-09-20T08:46:05.343" v="7" actId="26606"/>
          <ac:spMkLst>
            <pc:docMk/>
            <pc:sldMk cId="3944936782" sldId="257"/>
            <ac:spMk id="10" creationId="{28E140D3-1B7E-9921-7E7F-4748F20B56D7}"/>
          </ac:spMkLst>
        </pc:spChg>
      </pc:sldChg>
      <pc:sldChg chg="addSp delSp modSp mod modClrScheme chgLayout">
        <pc:chgData name="Yuandry Noa Galvez" userId="230e02fc-bb75-4b85-82d5-ca052b5e1f9a" providerId="ADAL" clId="{2668B372-CB58-4CAD-BB7F-36DA1DA75982}" dt="2026-09-20T08:48:51.555" v="27" actId="20577"/>
        <pc:sldMkLst>
          <pc:docMk/>
          <pc:sldMk cId="1769580700" sldId="286"/>
        </pc:sldMkLst>
        <pc:spChg chg="mod ord">
          <ac:chgData name="Yuandry Noa Galvez" userId="230e02fc-bb75-4b85-82d5-ca052b5e1f9a" providerId="ADAL" clId="{2668B372-CB58-4CAD-BB7F-36DA1DA75982}" dt="2026-09-20T08:48:51.555" v="27" actId="20577"/>
          <ac:spMkLst>
            <pc:docMk/>
            <pc:sldMk cId="1769580700" sldId="286"/>
            <ac:spMk id="2" creationId="{136B838F-98E9-41B4-B333-0EB0EAB5B0D5}"/>
          </ac:spMkLst>
        </pc:spChg>
        <pc:spChg chg="mod">
          <ac:chgData name="Yuandry Noa Galvez" userId="230e02fc-bb75-4b85-82d5-ca052b5e1f9a" providerId="ADAL" clId="{2668B372-CB58-4CAD-BB7F-36DA1DA75982}" dt="2026-09-20T08:46:16.975" v="9" actId="26606"/>
          <ac:spMkLst>
            <pc:docMk/>
            <pc:sldMk cId="1769580700" sldId="286"/>
            <ac:spMk id="3" creationId="{919A4A9C-75C8-425E-B89C-651691101283}"/>
          </ac:spMkLst>
        </pc:spChg>
        <pc:spChg chg="add del mod">
          <ac:chgData name="Yuandry Noa Galvez" userId="230e02fc-bb75-4b85-82d5-ca052b5e1f9a" providerId="ADAL" clId="{2668B372-CB58-4CAD-BB7F-36DA1DA75982}" dt="2026-09-20T08:46:20.524" v="10" actId="478"/>
          <ac:spMkLst>
            <pc:docMk/>
            <pc:sldMk cId="1769580700" sldId="286"/>
            <ac:spMk id="8" creationId="{37727DAC-6A61-D1F2-D877-92ED0B817E73}"/>
          </ac:spMkLst>
        </pc:spChg>
        <pc:spChg chg="add mod">
          <ac:chgData name="Yuandry Noa Galvez" userId="230e02fc-bb75-4b85-82d5-ca052b5e1f9a" providerId="ADAL" clId="{2668B372-CB58-4CAD-BB7F-36DA1DA75982}" dt="2026-09-20T08:46:16.975" v="9" actId="26606"/>
          <ac:spMkLst>
            <pc:docMk/>
            <pc:sldMk cId="1769580700" sldId="286"/>
            <ac:spMk id="10" creationId="{48ADB932-AD6F-EBB4-C087-08DBCE19C079}"/>
          </ac:spMkLst>
        </pc:spChg>
      </pc:sldChg>
      <pc:sldChg chg="modSp">
        <pc:chgData name="Yuandry Noa Galvez" userId="230e02fc-bb75-4b85-82d5-ca052b5e1f9a" providerId="ADAL" clId="{2668B372-CB58-4CAD-BB7F-36DA1DA75982}" dt="2026-09-20T08:46:02.964" v="6"/>
        <pc:sldMkLst>
          <pc:docMk/>
          <pc:sldMk cId="1858211835" sldId="307"/>
        </pc:sldMkLst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1858211835" sldId="307"/>
            <ac:spMk id="4" creationId="{649A3FD3-CF86-75DE-DDA0-A80F056A03FA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1858211835" sldId="307"/>
            <ac:spMk id="5" creationId="{B1EEF181-7AF6-A4E7-A6E0-6367B0454DEE}"/>
          </ac:spMkLst>
        </pc:spChg>
      </pc:sldChg>
      <pc:sldChg chg="modSp">
        <pc:chgData name="Yuandry Noa Galvez" userId="230e02fc-bb75-4b85-82d5-ca052b5e1f9a" providerId="ADAL" clId="{2668B372-CB58-4CAD-BB7F-36DA1DA75982}" dt="2026-09-20T08:46:02.964" v="6"/>
        <pc:sldMkLst>
          <pc:docMk/>
          <pc:sldMk cId="68841913" sldId="308"/>
        </pc:sldMkLst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68841913" sldId="308"/>
            <ac:spMk id="4" creationId="{96853B13-0418-FEA1-435F-01878404CC4D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68841913" sldId="308"/>
            <ac:spMk id="5" creationId="{8BA0F6C9-D9BD-9D8F-F358-082665DB6981}"/>
          </ac:spMkLst>
        </pc:spChg>
      </pc:sldChg>
      <pc:sldChg chg="modSp">
        <pc:chgData name="Yuandry Noa Galvez" userId="230e02fc-bb75-4b85-82d5-ca052b5e1f9a" providerId="ADAL" clId="{2668B372-CB58-4CAD-BB7F-36DA1DA75982}" dt="2026-09-20T08:46:02.964" v="6"/>
        <pc:sldMkLst>
          <pc:docMk/>
          <pc:sldMk cId="1491827464" sldId="309"/>
        </pc:sldMkLst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1491827464" sldId="309"/>
            <ac:spMk id="4" creationId="{A83D6244-C61F-210D-47B8-29C17102C21D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1491827464" sldId="309"/>
            <ac:spMk id="5" creationId="{942F6505-8B9C-D7AF-0979-A3E7FBC25027}"/>
          </ac:spMkLst>
        </pc:spChg>
      </pc:sldChg>
      <pc:sldChg chg="modSp mod">
        <pc:chgData name="Yuandry Noa Galvez" userId="230e02fc-bb75-4b85-82d5-ca052b5e1f9a" providerId="ADAL" clId="{2668B372-CB58-4CAD-BB7F-36DA1DA75982}" dt="2026-09-20T08:46:02.964" v="6"/>
        <pc:sldMkLst>
          <pc:docMk/>
          <pc:sldMk cId="3690992493" sldId="331"/>
        </pc:sldMkLst>
        <pc:spChg chg="mod">
          <ac:chgData name="Yuandry Noa Galvez" userId="230e02fc-bb75-4b85-82d5-ca052b5e1f9a" providerId="ADAL" clId="{2668B372-CB58-4CAD-BB7F-36DA1DA75982}" dt="2026-09-20T08:45:56.990" v="5" actId="27636"/>
          <ac:spMkLst>
            <pc:docMk/>
            <pc:sldMk cId="3690992493" sldId="331"/>
            <ac:spMk id="2" creationId="{7B8C718C-4D5A-3F25-FBC9-0B1629B5E3B7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3690992493" sldId="331"/>
            <ac:spMk id="4" creationId="{1DBC321E-9258-0FED-839B-63A28DA3B9C2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3690992493" sldId="331"/>
            <ac:spMk id="5" creationId="{42C71195-3E37-A403-35B1-669A26900325}"/>
          </ac:spMkLst>
        </pc:spChg>
      </pc:sldChg>
      <pc:sldChg chg="modSp">
        <pc:chgData name="Yuandry Noa Galvez" userId="230e02fc-bb75-4b85-82d5-ca052b5e1f9a" providerId="ADAL" clId="{2668B372-CB58-4CAD-BB7F-36DA1DA75982}" dt="2026-09-20T08:46:02.964" v="6"/>
        <pc:sldMkLst>
          <pc:docMk/>
          <pc:sldMk cId="4279057480" sldId="334"/>
        </pc:sldMkLst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4279057480" sldId="334"/>
            <ac:spMk id="4" creationId="{DB732E2E-9B94-EFCD-FBB1-3A6EABDF8B21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4279057480" sldId="334"/>
            <ac:spMk id="5" creationId="{EEEF44C2-1EF2-0E98-42E9-0D7A50C6B4A8}"/>
          </ac:spMkLst>
        </pc:spChg>
      </pc:sldChg>
      <pc:sldChg chg="modSp">
        <pc:chgData name="Yuandry Noa Galvez" userId="230e02fc-bb75-4b85-82d5-ca052b5e1f9a" providerId="ADAL" clId="{2668B372-CB58-4CAD-BB7F-36DA1DA75982}" dt="2026-09-20T08:46:02.964" v="6"/>
        <pc:sldMkLst>
          <pc:docMk/>
          <pc:sldMk cId="3809009622" sldId="335"/>
        </pc:sldMkLst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3809009622" sldId="335"/>
            <ac:spMk id="4" creationId="{CE69C2E6-0AC5-3E75-1051-32BA98F4C71B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3809009622" sldId="335"/>
            <ac:spMk id="5" creationId="{550A150E-E5D8-9625-E465-1C4A6AB29D17}"/>
          </ac:spMkLst>
        </pc:spChg>
      </pc:sldChg>
      <pc:sldChg chg="modSp">
        <pc:chgData name="Yuandry Noa Galvez" userId="230e02fc-bb75-4b85-82d5-ca052b5e1f9a" providerId="ADAL" clId="{2668B372-CB58-4CAD-BB7F-36DA1DA75982}" dt="2026-09-20T08:46:02.964" v="6"/>
        <pc:sldMkLst>
          <pc:docMk/>
          <pc:sldMk cId="1253124741" sldId="336"/>
        </pc:sldMkLst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1253124741" sldId="336"/>
            <ac:spMk id="4" creationId="{0EC9281A-4C46-3F84-38F4-A7167AFD8C6E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1253124741" sldId="336"/>
            <ac:spMk id="5" creationId="{0CC2C7CB-7C7B-C7AD-DB8B-74640ECAD6CF}"/>
          </ac:spMkLst>
        </pc:spChg>
      </pc:sldChg>
      <pc:sldChg chg="modSp">
        <pc:chgData name="Yuandry Noa Galvez" userId="230e02fc-bb75-4b85-82d5-ca052b5e1f9a" providerId="ADAL" clId="{2668B372-CB58-4CAD-BB7F-36DA1DA75982}" dt="2026-09-20T08:46:02.964" v="6"/>
        <pc:sldMkLst>
          <pc:docMk/>
          <pc:sldMk cId="3243966089" sldId="337"/>
        </pc:sldMkLst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3243966089" sldId="337"/>
            <ac:spMk id="4" creationId="{58B11C8E-1E6C-C402-4043-91BA11EE75CA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3243966089" sldId="337"/>
            <ac:spMk id="5" creationId="{6E76DA6B-03F3-9AA8-9AFC-AAE3660DF734}"/>
          </ac:spMkLst>
        </pc:spChg>
      </pc:sldChg>
      <pc:sldChg chg="modSp">
        <pc:chgData name="Yuandry Noa Galvez" userId="230e02fc-bb75-4b85-82d5-ca052b5e1f9a" providerId="ADAL" clId="{2668B372-CB58-4CAD-BB7F-36DA1DA75982}" dt="2026-09-20T08:46:02.964" v="6"/>
        <pc:sldMkLst>
          <pc:docMk/>
          <pc:sldMk cId="264221715" sldId="338"/>
        </pc:sldMkLst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264221715" sldId="338"/>
            <ac:spMk id="4" creationId="{1250FA9C-9DD3-A900-DF74-58173E11F8B5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264221715" sldId="338"/>
            <ac:spMk id="5" creationId="{58F43C70-CFAA-D808-F47E-16317506E23B}"/>
          </ac:spMkLst>
        </pc:spChg>
      </pc:sldChg>
      <pc:sldChg chg="modSp">
        <pc:chgData name="Yuandry Noa Galvez" userId="230e02fc-bb75-4b85-82d5-ca052b5e1f9a" providerId="ADAL" clId="{2668B372-CB58-4CAD-BB7F-36DA1DA75982}" dt="2026-09-20T08:46:02.964" v="6"/>
        <pc:sldMkLst>
          <pc:docMk/>
          <pc:sldMk cId="1640072657" sldId="339"/>
        </pc:sldMkLst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1640072657" sldId="339"/>
            <ac:spMk id="4" creationId="{63F961BA-6B13-508A-B000-98EDCBDA3997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1640072657" sldId="339"/>
            <ac:spMk id="5" creationId="{844C8965-5614-57B9-C3F9-FCB46AB01B6D}"/>
          </ac:spMkLst>
        </pc:spChg>
      </pc:sldChg>
      <pc:sldChg chg="modSp">
        <pc:chgData name="Yuandry Noa Galvez" userId="230e02fc-bb75-4b85-82d5-ca052b5e1f9a" providerId="ADAL" clId="{2668B372-CB58-4CAD-BB7F-36DA1DA75982}" dt="2026-09-20T08:46:02.964" v="6"/>
        <pc:sldMkLst>
          <pc:docMk/>
          <pc:sldMk cId="2485089957" sldId="340"/>
        </pc:sldMkLst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2485089957" sldId="340"/>
            <ac:spMk id="4" creationId="{54EC4E67-5931-F888-7454-6D9E792D566D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2485089957" sldId="340"/>
            <ac:spMk id="5" creationId="{FC8BDACD-642C-920F-7771-5A0942370379}"/>
          </ac:spMkLst>
        </pc:spChg>
      </pc:sldChg>
      <pc:sldChg chg="modSp">
        <pc:chgData name="Yuandry Noa Galvez" userId="230e02fc-bb75-4b85-82d5-ca052b5e1f9a" providerId="ADAL" clId="{2668B372-CB58-4CAD-BB7F-36DA1DA75982}" dt="2026-09-20T08:46:02.964" v="6"/>
        <pc:sldMkLst>
          <pc:docMk/>
          <pc:sldMk cId="3482461072" sldId="341"/>
        </pc:sldMkLst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3482461072" sldId="341"/>
            <ac:spMk id="4" creationId="{2093B828-2033-2AF6-2518-E9ED6E9B7DD7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3482461072" sldId="341"/>
            <ac:spMk id="5" creationId="{7A86EBB9-4A76-4C8C-9715-168343F9C686}"/>
          </ac:spMkLst>
        </pc:spChg>
      </pc:sldChg>
      <pc:sldChg chg="modSp">
        <pc:chgData name="Yuandry Noa Galvez" userId="230e02fc-bb75-4b85-82d5-ca052b5e1f9a" providerId="ADAL" clId="{2668B372-CB58-4CAD-BB7F-36DA1DA75982}" dt="2026-09-20T08:46:02.964" v="6"/>
        <pc:sldMkLst>
          <pc:docMk/>
          <pc:sldMk cId="158331574" sldId="342"/>
        </pc:sldMkLst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158331574" sldId="342"/>
            <ac:spMk id="4" creationId="{CDED7D75-2CD4-39BB-ECD9-B4C3CEDB7A41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158331574" sldId="342"/>
            <ac:spMk id="5" creationId="{A1284482-24F6-F7C6-2D77-2612BC5B6CCD}"/>
          </ac:spMkLst>
        </pc:spChg>
      </pc:sldChg>
      <pc:sldChg chg="modSp">
        <pc:chgData name="Yuandry Noa Galvez" userId="230e02fc-bb75-4b85-82d5-ca052b5e1f9a" providerId="ADAL" clId="{2668B372-CB58-4CAD-BB7F-36DA1DA75982}" dt="2026-09-20T08:46:02.964" v="6"/>
        <pc:sldMkLst>
          <pc:docMk/>
          <pc:sldMk cId="2058289971" sldId="343"/>
        </pc:sldMkLst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2058289971" sldId="343"/>
            <ac:spMk id="4" creationId="{831762B1-2DA7-88BC-46C5-9180864DC046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2058289971" sldId="343"/>
            <ac:spMk id="5" creationId="{24278F5A-EC90-DC78-0960-07175E9C342C}"/>
          </ac:spMkLst>
        </pc:spChg>
      </pc:sldChg>
      <pc:sldChg chg="modSp mod">
        <pc:chgData name="Yuandry Noa Galvez" userId="230e02fc-bb75-4b85-82d5-ca052b5e1f9a" providerId="ADAL" clId="{2668B372-CB58-4CAD-BB7F-36DA1DA75982}" dt="2026-09-20T08:46:02.964" v="6"/>
        <pc:sldMkLst>
          <pc:docMk/>
          <pc:sldMk cId="2550861029" sldId="344"/>
        </pc:sldMkLst>
        <pc:spChg chg="mod">
          <ac:chgData name="Yuandry Noa Galvez" userId="230e02fc-bb75-4b85-82d5-ca052b5e1f9a" providerId="ADAL" clId="{2668B372-CB58-4CAD-BB7F-36DA1DA75982}" dt="2026-09-20T08:45:56.938" v="1" actId="27636"/>
          <ac:spMkLst>
            <pc:docMk/>
            <pc:sldMk cId="2550861029" sldId="344"/>
            <ac:spMk id="2" creationId="{47B8E2F6-8D02-6603-42D4-51D313868A18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2550861029" sldId="344"/>
            <ac:spMk id="4" creationId="{5093CA31-C2BA-3706-1817-B01792064A09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2550861029" sldId="344"/>
            <ac:spMk id="5" creationId="{D1733740-EA83-DF36-6EF4-C2D44F98F5C2}"/>
          </ac:spMkLst>
        </pc:spChg>
      </pc:sldChg>
      <pc:sldChg chg="modSp">
        <pc:chgData name="Yuandry Noa Galvez" userId="230e02fc-bb75-4b85-82d5-ca052b5e1f9a" providerId="ADAL" clId="{2668B372-CB58-4CAD-BB7F-36DA1DA75982}" dt="2026-09-20T08:46:02.964" v="6"/>
        <pc:sldMkLst>
          <pc:docMk/>
          <pc:sldMk cId="2518075082" sldId="345"/>
        </pc:sldMkLst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2518075082" sldId="345"/>
            <ac:spMk id="4" creationId="{2A8AC1B5-EAFE-B775-3FC6-37F132BC4AEF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2518075082" sldId="345"/>
            <ac:spMk id="5" creationId="{A982C913-5708-2110-B4EC-839408653A9E}"/>
          </ac:spMkLst>
        </pc:spChg>
      </pc:sldChg>
      <pc:sldChg chg="modSp">
        <pc:chgData name="Yuandry Noa Galvez" userId="230e02fc-bb75-4b85-82d5-ca052b5e1f9a" providerId="ADAL" clId="{2668B372-CB58-4CAD-BB7F-36DA1DA75982}" dt="2026-09-20T08:46:02.964" v="6"/>
        <pc:sldMkLst>
          <pc:docMk/>
          <pc:sldMk cId="1364649942" sldId="346"/>
        </pc:sldMkLst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1364649942" sldId="346"/>
            <ac:spMk id="4" creationId="{C61558AE-D7DD-CB8D-5C4C-CF1D06CB3F06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1364649942" sldId="346"/>
            <ac:spMk id="5" creationId="{93E32A43-D168-8BA5-7579-873A52A8A648}"/>
          </ac:spMkLst>
        </pc:spChg>
      </pc:sldChg>
      <pc:sldChg chg="modSp mod">
        <pc:chgData name="Yuandry Noa Galvez" userId="230e02fc-bb75-4b85-82d5-ca052b5e1f9a" providerId="ADAL" clId="{2668B372-CB58-4CAD-BB7F-36DA1DA75982}" dt="2026-09-20T08:46:02.964" v="6"/>
        <pc:sldMkLst>
          <pc:docMk/>
          <pc:sldMk cId="702955965" sldId="347"/>
        </pc:sldMkLst>
        <pc:spChg chg="mod">
          <ac:chgData name="Yuandry Noa Galvez" userId="230e02fc-bb75-4b85-82d5-ca052b5e1f9a" providerId="ADAL" clId="{2668B372-CB58-4CAD-BB7F-36DA1DA75982}" dt="2026-09-20T08:45:56.963" v="4" actId="27636"/>
          <ac:spMkLst>
            <pc:docMk/>
            <pc:sldMk cId="702955965" sldId="347"/>
            <ac:spMk id="2" creationId="{0E398096-D988-280A-991D-6B46A76FE56F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702955965" sldId="347"/>
            <ac:spMk id="4" creationId="{251BC9CA-7A8B-9231-2177-01865E29C4D8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702955965" sldId="347"/>
            <ac:spMk id="5" creationId="{04384F97-9554-3B98-5802-20B5F1BDA9F8}"/>
          </ac:spMkLst>
        </pc:spChg>
      </pc:sldChg>
      <pc:sldChg chg="modSp">
        <pc:chgData name="Yuandry Noa Galvez" userId="230e02fc-bb75-4b85-82d5-ca052b5e1f9a" providerId="ADAL" clId="{2668B372-CB58-4CAD-BB7F-36DA1DA75982}" dt="2026-09-20T08:46:02.964" v="6"/>
        <pc:sldMkLst>
          <pc:docMk/>
          <pc:sldMk cId="630878430" sldId="348"/>
        </pc:sldMkLst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630878430" sldId="348"/>
            <ac:spMk id="4" creationId="{43DF95A2-3650-DD86-6263-98B382C8AA7A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630878430" sldId="348"/>
            <ac:spMk id="5" creationId="{803E91C2-F2C6-E36C-F746-3E88D38015A3}"/>
          </ac:spMkLst>
        </pc:spChg>
      </pc:sldChg>
      <pc:sldChg chg="modSp mod">
        <pc:chgData name="Yuandry Noa Galvez" userId="230e02fc-bb75-4b85-82d5-ca052b5e1f9a" providerId="ADAL" clId="{2668B372-CB58-4CAD-BB7F-36DA1DA75982}" dt="2026-09-20T08:46:02.964" v="6"/>
        <pc:sldMkLst>
          <pc:docMk/>
          <pc:sldMk cId="961696451" sldId="349"/>
        </pc:sldMkLst>
        <pc:spChg chg="mod">
          <ac:chgData name="Yuandry Noa Galvez" userId="230e02fc-bb75-4b85-82d5-ca052b5e1f9a" providerId="ADAL" clId="{2668B372-CB58-4CAD-BB7F-36DA1DA75982}" dt="2026-09-20T08:45:56.948" v="3" actId="27636"/>
          <ac:spMkLst>
            <pc:docMk/>
            <pc:sldMk cId="961696451" sldId="349"/>
            <ac:spMk id="2" creationId="{1DF342E7-40DB-FD95-61D6-9B4E5188767B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961696451" sldId="349"/>
            <ac:spMk id="4" creationId="{B2165D89-36AE-81DD-CDDC-BFFB16AA6F0A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961696451" sldId="349"/>
            <ac:spMk id="5" creationId="{5CEC68E8-977D-1205-CB34-B76E01C882E0}"/>
          </ac:spMkLst>
        </pc:spChg>
      </pc:sldChg>
      <pc:sldChg chg="modSp">
        <pc:chgData name="Yuandry Noa Galvez" userId="230e02fc-bb75-4b85-82d5-ca052b5e1f9a" providerId="ADAL" clId="{2668B372-CB58-4CAD-BB7F-36DA1DA75982}" dt="2026-09-20T08:46:02.964" v="6"/>
        <pc:sldMkLst>
          <pc:docMk/>
          <pc:sldMk cId="2194411811" sldId="350"/>
        </pc:sldMkLst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2194411811" sldId="350"/>
            <ac:spMk id="4" creationId="{14F1E13E-F8D7-EC85-7D78-6B46B4577B53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2194411811" sldId="350"/>
            <ac:spMk id="5" creationId="{0ED69936-9C92-93EF-27A8-A5F5103891F2}"/>
          </ac:spMkLst>
        </pc:spChg>
      </pc:sldChg>
      <pc:sldChg chg="modSp">
        <pc:chgData name="Yuandry Noa Galvez" userId="230e02fc-bb75-4b85-82d5-ca052b5e1f9a" providerId="ADAL" clId="{2668B372-CB58-4CAD-BB7F-36DA1DA75982}" dt="2026-09-20T08:46:02.964" v="6"/>
        <pc:sldMkLst>
          <pc:docMk/>
          <pc:sldMk cId="2098424865" sldId="351"/>
        </pc:sldMkLst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2098424865" sldId="351"/>
            <ac:spMk id="4" creationId="{26B0C82F-19B2-8FA9-DB23-2F9D474383A1}"/>
          </ac:spMkLst>
        </pc:spChg>
      </pc:sldChg>
      <pc:sldChg chg="modSp">
        <pc:chgData name="Yuandry Noa Galvez" userId="230e02fc-bb75-4b85-82d5-ca052b5e1f9a" providerId="ADAL" clId="{2668B372-CB58-4CAD-BB7F-36DA1DA75982}" dt="2026-09-20T08:46:02.964" v="6"/>
        <pc:sldMkLst>
          <pc:docMk/>
          <pc:sldMk cId="320929133" sldId="352"/>
        </pc:sldMkLst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320929133" sldId="352"/>
            <ac:spMk id="4" creationId="{80C1D454-E666-0389-E3FF-9CB9527643CA}"/>
          </ac:spMkLst>
        </pc:spChg>
      </pc:sldChg>
      <pc:sldChg chg="modSp mod">
        <pc:chgData name="Yuandry Noa Galvez" userId="230e02fc-bb75-4b85-82d5-ca052b5e1f9a" providerId="ADAL" clId="{2668B372-CB58-4CAD-BB7F-36DA1DA75982}" dt="2026-09-20T08:46:02.964" v="6"/>
        <pc:sldMkLst>
          <pc:docMk/>
          <pc:sldMk cId="1898033068" sldId="353"/>
        </pc:sldMkLst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1898033068" sldId="353"/>
            <ac:spMk id="4" creationId="{FDA82E1F-4137-E711-B1A5-A48F5D3A9776}"/>
          </ac:spMkLst>
        </pc:spChg>
        <pc:spChg chg="mod">
          <ac:chgData name="Yuandry Noa Galvez" userId="230e02fc-bb75-4b85-82d5-ca052b5e1f9a" providerId="ADAL" clId="{2668B372-CB58-4CAD-BB7F-36DA1DA75982}" dt="2026-09-20T08:45:56.943" v="2" actId="27636"/>
          <ac:spMkLst>
            <pc:docMk/>
            <pc:sldMk cId="1898033068" sldId="353"/>
            <ac:spMk id="6" creationId="{01376AC1-03D5-0A34-DE5C-F611719656AD}"/>
          </ac:spMkLst>
        </pc:spChg>
      </pc:sldChg>
      <pc:sldChg chg="modSp">
        <pc:chgData name="Yuandry Noa Galvez" userId="230e02fc-bb75-4b85-82d5-ca052b5e1f9a" providerId="ADAL" clId="{2668B372-CB58-4CAD-BB7F-36DA1DA75982}" dt="2026-09-20T08:46:02.964" v="6"/>
        <pc:sldMkLst>
          <pc:docMk/>
          <pc:sldMk cId="470091431" sldId="354"/>
        </pc:sldMkLst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470091431" sldId="354"/>
            <ac:spMk id="4" creationId="{7E5645D8-EC0E-779A-1401-1071459D7731}"/>
          </ac:spMkLst>
        </pc:spChg>
        <pc:spChg chg="mod">
          <ac:chgData name="Yuandry Noa Galvez" userId="230e02fc-bb75-4b85-82d5-ca052b5e1f9a" providerId="ADAL" clId="{2668B372-CB58-4CAD-BB7F-36DA1DA75982}" dt="2026-09-20T08:46:02.964" v="6"/>
          <ac:spMkLst>
            <pc:docMk/>
            <pc:sldMk cId="470091431" sldId="354"/>
            <ac:spMk id="5" creationId="{4B9FE776-469A-DD40-6165-ED9DF17E59B9}"/>
          </ac:spMkLst>
        </pc:spChg>
      </pc:sldChg>
      <pc:sldMasterChg chg="del">
        <pc:chgData name="Yuandry Noa Galvez" userId="230e02fc-bb75-4b85-82d5-ca052b5e1f9a" providerId="ADAL" clId="{2668B372-CB58-4CAD-BB7F-36DA1DA75982}" dt="2026-09-20T08:46:47.108" v="19" actId="2696"/>
        <pc:sldMasterMkLst>
          <pc:docMk/>
          <pc:sldMasterMk cId="1786152571" sldId="2147483672"/>
        </pc:sldMasterMkLst>
      </pc:sldMasterChg>
      <pc:sldMasterChg chg="modSldLayout">
        <pc:chgData name="Yuandry Noa Galvez" userId="230e02fc-bb75-4b85-82d5-ca052b5e1f9a" providerId="ADAL" clId="{2668B372-CB58-4CAD-BB7F-36DA1DA75982}" dt="2026-09-20T08:46:37.819" v="18" actId="478"/>
        <pc:sldMasterMkLst>
          <pc:docMk/>
          <pc:sldMasterMk cId="2962561918" sldId="2147483708"/>
        </pc:sldMasterMkLst>
        <pc:sldLayoutChg chg="addSp">
          <pc:chgData name="Yuandry Noa Galvez" userId="230e02fc-bb75-4b85-82d5-ca052b5e1f9a" providerId="ADAL" clId="{2668B372-CB58-4CAD-BB7F-36DA1DA75982}" dt="2026-09-20T08:45:56.832" v="0"/>
          <pc:sldLayoutMkLst>
            <pc:docMk/>
            <pc:sldMasterMk cId="2962561918" sldId="2147483708"/>
            <pc:sldLayoutMk cId="1995139820" sldId="2147483710"/>
          </pc:sldLayoutMkLst>
          <pc:grpChg chg="add">
            <ac:chgData name="Yuandry Noa Galvez" userId="230e02fc-bb75-4b85-82d5-ca052b5e1f9a" providerId="ADAL" clId="{2668B372-CB58-4CAD-BB7F-36DA1DA75982}" dt="2026-09-20T08:45:56.832" v="0"/>
            <ac:grpSpMkLst>
              <pc:docMk/>
              <pc:sldMasterMk cId="2962561918" sldId="2147483708"/>
              <pc:sldLayoutMk cId="1995139820" sldId="2147483710"/>
              <ac:grpSpMk id="8" creationId="{79B1FABB-9689-F526-ABE4-2E2E7D84C40F}"/>
            </ac:grpSpMkLst>
          </pc:grpChg>
          <pc:picChg chg="add">
            <ac:chgData name="Yuandry Noa Galvez" userId="230e02fc-bb75-4b85-82d5-ca052b5e1f9a" providerId="ADAL" clId="{2668B372-CB58-4CAD-BB7F-36DA1DA75982}" dt="2026-09-20T08:45:56.832" v="0"/>
            <ac:picMkLst>
              <pc:docMk/>
              <pc:sldMasterMk cId="2962561918" sldId="2147483708"/>
              <pc:sldLayoutMk cId="1995139820" sldId="2147483710"/>
              <ac:picMk id="7" creationId="{DBF5DFA1-C03B-EB82-98BD-7E4F64F1585A}"/>
            </ac:picMkLst>
          </pc:picChg>
          <pc:picChg chg="add">
            <ac:chgData name="Yuandry Noa Galvez" userId="230e02fc-bb75-4b85-82d5-ca052b5e1f9a" providerId="ADAL" clId="{2668B372-CB58-4CAD-BB7F-36DA1DA75982}" dt="2026-09-20T08:45:56.832" v="0"/>
            <ac:picMkLst>
              <pc:docMk/>
              <pc:sldMasterMk cId="2962561918" sldId="2147483708"/>
              <pc:sldLayoutMk cId="1995139820" sldId="2147483710"/>
              <ac:picMk id="12" creationId="{A8CA1902-5EA4-3417-4BB1-407323166FF7}"/>
            </ac:picMkLst>
          </pc:picChg>
        </pc:sldLayoutChg>
        <pc:sldLayoutChg chg="addSp">
          <pc:chgData name="Yuandry Noa Galvez" userId="230e02fc-bb75-4b85-82d5-ca052b5e1f9a" providerId="ADAL" clId="{2668B372-CB58-4CAD-BB7F-36DA1DA75982}" dt="2026-09-20T08:45:56.832" v="0"/>
          <pc:sldLayoutMkLst>
            <pc:docMk/>
            <pc:sldMasterMk cId="2962561918" sldId="2147483708"/>
            <pc:sldLayoutMk cId="3018407960" sldId="2147483720"/>
          </pc:sldLayoutMkLst>
          <pc:spChg chg="add">
            <ac:chgData name="Yuandry Noa Galvez" userId="230e02fc-bb75-4b85-82d5-ca052b5e1f9a" providerId="ADAL" clId="{2668B372-CB58-4CAD-BB7F-36DA1DA75982}" dt="2026-09-20T08:45:56.832" v="0"/>
            <ac:spMkLst>
              <pc:docMk/>
              <pc:sldMasterMk cId="2962561918" sldId="2147483708"/>
              <pc:sldLayoutMk cId="3018407960" sldId="2147483720"/>
              <ac:spMk id="5" creationId="{01556386-2BD3-D588-BF5E-27CFBD949497}"/>
            </ac:spMkLst>
          </pc:spChg>
          <pc:spChg chg="add">
            <ac:chgData name="Yuandry Noa Galvez" userId="230e02fc-bb75-4b85-82d5-ca052b5e1f9a" providerId="ADAL" clId="{2668B372-CB58-4CAD-BB7F-36DA1DA75982}" dt="2026-09-20T08:45:56.832" v="0"/>
            <ac:spMkLst>
              <pc:docMk/>
              <pc:sldMasterMk cId="2962561918" sldId="2147483708"/>
              <pc:sldLayoutMk cId="3018407960" sldId="2147483720"/>
              <ac:spMk id="6" creationId="{4CF28AE5-F030-922F-E25D-493352EDCA7A}"/>
            </ac:spMkLst>
          </pc:spChg>
          <pc:spChg chg="add">
            <ac:chgData name="Yuandry Noa Galvez" userId="230e02fc-bb75-4b85-82d5-ca052b5e1f9a" providerId="ADAL" clId="{2668B372-CB58-4CAD-BB7F-36DA1DA75982}" dt="2026-09-20T08:45:56.832" v="0"/>
            <ac:spMkLst>
              <pc:docMk/>
              <pc:sldMasterMk cId="2962561918" sldId="2147483708"/>
              <pc:sldLayoutMk cId="3018407960" sldId="2147483720"/>
              <ac:spMk id="8" creationId="{A51CE79B-A530-4EFC-FC70-B68CFF48EEE4}"/>
            </ac:spMkLst>
          </pc:spChg>
          <pc:spChg chg="add">
            <ac:chgData name="Yuandry Noa Galvez" userId="230e02fc-bb75-4b85-82d5-ca052b5e1f9a" providerId="ADAL" clId="{2668B372-CB58-4CAD-BB7F-36DA1DA75982}" dt="2026-09-20T08:45:56.832" v="0"/>
            <ac:spMkLst>
              <pc:docMk/>
              <pc:sldMasterMk cId="2962561918" sldId="2147483708"/>
              <pc:sldLayoutMk cId="3018407960" sldId="2147483720"/>
              <ac:spMk id="9" creationId="{5085B465-5E74-8EF5-C3DB-4C3B6CD0423D}"/>
            </ac:spMkLst>
          </pc:spChg>
          <pc:picChg chg="add">
            <ac:chgData name="Yuandry Noa Galvez" userId="230e02fc-bb75-4b85-82d5-ca052b5e1f9a" providerId="ADAL" clId="{2668B372-CB58-4CAD-BB7F-36DA1DA75982}" dt="2026-09-20T08:45:56.832" v="0"/>
            <ac:picMkLst>
              <pc:docMk/>
              <pc:sldMasterMk cId="2962561918" sldId="2147483708"/>
              <pc:sldLayoutMk cId="3018407960" sldId="2147483720"/>
              <ac:picMk id="2" creationId="{45C44F44-35C5-2482-119A-6D7BDE16728B}"/>
            </ac:picMkLst>
          </pc:picChg>
          <pc:picChg chg="add">
            <ac:chgData name="Yuandry Noa Galvez" userId="230e02fc-bb75-4b85-82d5-ca052b5e1f9a" providerId="ADAL" clId="{2668B372-CB58-4CAD-BB7F-36DA1DA75982}" dt="2026-09-20T08:45:56.832" v="0"/>
            <ac:picMkLst>
              <pc:docMk/>
              <pc:sldMasterMk cId="2962561918" sldId="2147483708"/>
              <pc:sldLayoutMk cId="3018407960" sldId="2147483720"/>
              <ac:picMk id="4" creationId="{91CEF612-6133-AAD3-B68B-9D04CC5B72A8}"/>
            </ac:picMkLst>
          </pc:picChg>
          <pc:cxnChg chg="add">
            <ac:chgData name="Yuandry Noa Galvez" userId="230e02fc-bb75-4b85-82d5-ca052b5e1f9a" providerId="ADAL" clId="{2668B372-CB58-4CAD-BB7F-36DA1DA75982}" dt="2026-09-20T08:45:56.832" v="0"/>
            <ac:cxnSpMkLst>
              <pc:docMk/>
              <pc:sldMasterMk cId="2962561918" sldId="2147483708"/>
              <pc:sldLayoutMk cId="3018407960" sldId="2147483720"/>
              <ac:cxnSpMk id="3" creationId="{531C9C65-AFC1-8D3E-64A9-9F69F545A37F}"/>
            </ac:cxnSpMkLst>
          </pc:cxnChg>
        </pc:sldLayoutChg>
        <pc:sldLayoutChg chg="delSp modSp mod">
          <pc:chgData name="Yuandry Noa Galvez" userId="230e02fc-bb75-4b85-82d5-ca052b5e1f9a" providerId="ADAL" clId="{2668B372-CB58-4CAD-BB7F-36DA1DA75982}" dt="2026-09-20T08:46:37.819" v="18" actId="478"/>
          <pc:sldLayoutMkLst>
            <pc:docMk/>
            <pc:sldMasterMk cId="2962561918" sldId="2147483708"/>
            <pc:sldLayoutMk cId="4057356243" sldId="2147483723"/>
          </pc:sldLayoutMkLst>
          <pc:spChg chg="del">
            <ac:chgData name="Yuandry Noa Galvez" userId="230e02fc-bb75-4b85-82d5-ca052b5e1f9a" providerId="ADAL" clId="{2668B372-CB58-4CAD-BB7F-36DA1DA75982}" dt="2026-09-20T08:46:37.819" v="18" actId="478"/>
            <ac:spMkLst>
              <pc:docMk/>
              <pc:sldMasterMk cId="2962561918" sldId="2147483708"/>
              <pc:sldLayoutMk cId="4057356243" sldId="2147483723"/>
              <ac:spMk id="14" creationId="{38208C9A-76A9-43C0-BB21-24F8B613EDF9}"/>
            </ac:spMkLst>
          </pc:spChg>
          <pc:spChg chg="del">
            <ac:chgData name="Yuandry Noa Galvez" userId="230e02fc-bb75-4b85-82d5-ca052b5e1f9a" providerId="ADAL" clId="{2668B372-CB58-4CAD-BB7F-36DA1DA75982}" dt="2026-09-20T08:46:36.650" v="17" actId="478"/>
            <ac:spMkLst>
              <pc:docMk/>
              <pc:sldMasterMk cId="2962561918" sldId="2147483708"/>
              <pc:sldLayoutMk cId="4057356243" sldId="2147483723"/>
              <ac:spMk id="16" creationId="{692F28D3-DDA0-4FA8-AC6F-BDC6A202927F}"/>
            </ac:spMkLst>
          </pc:spChg>
          <pc:spChg chg="del">
            <ac:chgData name="Yuandry Noa Galvez" userId="230e02fc-bb75-4b85-82d5-ca052b5e1f9a" providerId="ADAL" clId="{2668B372-CB58-4CAD-BB7F-36DA1DA75982}" dt="2026-09-20T08:46:31.986" v="11" actId="478"/>
            <ac:spMkLst>
              <pc:docMk/>
              <pc:sldMasterMk cId="2962561918" sldId="2147483708"/>
              <pc:sldLayoutMk cId="4057356243" sldId="2147483723"/>
              <ac:spMk id="18" creationId="{98FF7A38-D762-40E3-983A-CFF32193E22B}"/>
            </ac:spMkLst>
          </pc:spChg>
          <pc:spChg chg="del mod">
            <ac:chgData name="Yuandry Noa Galvez" userId="230e02fc-bb75-4b85-82d5-ca052b5e1f9a" providerId="ADAL" clId="{2668B372-CB58-4CAD-BB7F-36DA1DA75982}" dt="2026-09-20T08:46:34.019" v="15" actId="478"/>
            <ac:spMkLst>
              <pc:docMk/>
              <pc:sldMasterMk cId="2962561918" sldId="2147483708"/>
              <pc:sldLayoutMk cId="4057356243" sldId="2147483723"/>
              <ac:spMk id="19" creationId="{F86AC674-6037-4456-9796-C6855E5960F6}"/>
            </ac:spMkLst>
          </pc:spChg>
          <pc:spChg chg="del">
            <ac:chgData name="Yuandry Noa Galvez" userId="230e02fc-bb75-4b85-82d5-ca052b5e1f9a" providerId="ADAL" clId="{2668B372-CB58-4CAD-BB7F-36DA1DA75982}" dt="2026-09-20T08:46:32.711" v="12" actId="478"/>
            <ac:spMkLst>
              <pc:docMk/>
              <pc:sldMasterMk cId="2962561918" sldId="2147483708"/>
              <pc:sldLayoutMk cId="4057356243" sldId="2147483723"/>
              <ac:spMk id="20" creationId="{0FC6D605-A254-475E-979B-EAFC5960E731}"/>
            </ac:spMkLst>
          </pc:spChg>
          <pc:spChg chg="del">
            <ac:chgData name="Yuandry Noa Galvez" userId="230e02fc-bb75-4b85-82d5-ca052b5e1f9a" providerId="ADAL" clId="{2668B372-CB58-4CAD-BB7F-36DA1DA75982}" dt="2026-09-20T08:46:33.259" v="13" actId="478"/>
            <ac:spMkLst>
              <pc:docMk/>
              <pc:sldMasterMk cId="2962561918" sldId="2147483708"/>
              <pc:sldLayoutMk cId="4057356243" sldId="2147483723"/>
              <ac:spMk id="21" creationId="{34F6EB90-A956-41FD-8F06-99E2D8EAE7D1}"/>
            </ac:spMkLst>
          </pc:spChg>
          <pc:picChg chg="del">
            <ac:chgData name="Yuandry Noa Galvez" userId="230e02fc-bb75-4b85-82d5-ca052b5e1f9a" providerId="ADAL" clId="{2668B372-CB58-4CAD-BB7F-36DA1DA75982}" dt="2026-09-20T08:46:34.841" v="16" actId="478"/>
            <ac:picMkLst>
              <pc:docMk/>
              <pc:sldMasterMk cId="2962561918" sldId="2147483708"/>
              <pc:sldLayoutMk cId="4057356243" sldId="2147483723"/>
              <ac:picMk id="13" creationId="{855818B1-F708-48C3-98B5-A2D3AB73A613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FB0D5F-6628-4BAF-8147-9EFA00708608}" type="datetimeFigureOut">
              <a:rPr lang="es-ES" smtClean="0"/>
              <a:t>20/09/2026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B57F9E-3CC0-44D0-BD46-95A1705C1D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176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Un par de personas sentadas en una mesa&#10;&#10;Descripción generada automáticamente">
            <a:extLst>
              <a:ext uri="{FF2B5EF4-FFF2-40B4-BE49-F238E27FC236}">
                <a16:creationId xmlns:a16="http://schemas.microsoft.com/office/drawing/2014/main" id="{9F58D8D8-AEC2-37C5-77C4-CF12FFE8D9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6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ABEDB8A-25D5-A7F5-625D-D21389C57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160" y="2001839"/>
            <a:ext cx="7889240" cy="1914525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7C200C-B5D0-5282-299E-82E3CEB39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161" y="4442620"/>
            <a:ext cx="7512857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07EAE0-26FE-6EF6-B188-CA53A304A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2E1179-F5A0-7849-D125-80D0CB8E0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FD478D-01FC-B25F-A560-A7447F269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s-E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‹Nº›</a:t>
            </a:fld>
            <a:endParaRPr lang="es-E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747C8862-2287-F363-DE81-40CBD89200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72763" y="225703"/>
            <a:ext cx="1362075" cy="1362075"/>
          </a:xfrm>
          <a:prstGeom prst="rect">
            <a:avLst/>
          </a:prstGeom>
        </p:spPr>
      </p:pic>
      <p:pic>
        <p:nvPicPr>
          <p:cNvPr id="16" name="Imagen 15" descr="Imagen que contiene Texto&#10;&#10;Descripción generada automáticamente">
            <a:extLst>
              <a:ext uri="{FF2B5EF4-FFF2-40B4-BE49-F238E27FC236}">
                <a16:creationId xmlns:a16="http://schemas.microsoft.com/office/drawing/2014/main" id="{498E5A6E-31F5-A934-3FEE-7EE640C0BCD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139"/>
          <a:stretch/>
        </p:blipFill>
        <p:spPr>
          <a:xfrm>
            <a:off x="313079" y="484181"/>
            <a:ext cx="2105891" cy="43860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34282C6-7CD3-4CDC-94AA-F49C08AE96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79" y="6377133"/>
            <a:ext cx="2743200" cy="37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890419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A3FEC3-2CF9-939A-D5FE-F1639878E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2C7B07-1BF2-54EE-AAA9-63546AE38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9A340D-5355-85A2-2079-36E364776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4F44C-9519-4D8E-8013-5A5DD947F042}" type="datetimeFigureOut">
              <a:rPr lang="es-ES" smtClean="0"/>
              <a:t>20/09/2026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4A746C-668E-98ED-5FF4-ACF5D511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224BDB-9E72-3E39-332A-46FAF6A7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2019</a:t>
            </a:r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BF5DFA1-C03B-EB82-98BD-7E4F64F1585A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875" y="1739786"/>
            <a:ext cx="748920" cy="12409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79B1FABB-9689-F526-ABE4-2E2E7D84C40F}"/>
              </a:ext>
            </a:extLst>
          </p:cNvPr>
          <p:cNvGrpSpPr/>
          <p:nvPr userDrawn="1"/>
        </p:nvGrpSpPr>
        <p:grpSpPr>
          <a:xfrm>
            <a:off x="0" y="187034"/>
            <a:ext cx="12192000" cy="822328"/>
            <a:chOff x="0" y="187034"/>
            <a:chExt cx="12192000" cy="822328"/>
          </a:xfrm>
        </p:grpSpPr>
        <p:pic>
          <p:nvPicPr>
            <p:cNvPr id="9" name="Picture 3" descr="C:\Documents and Settings\ufgg2a\Escritorio\Imágenes iFP\Grupo planeta.png">
              <a:extLst>
                <a:ext uri="{FF2B5EF4-FFF2-40B4-BE49-F238E27FC236}">
                  <a16:creationId xmlns:a16="http://schemas.microsoft.com/office/drawing/2014/main" id="{F009F354-669B-45EE-0947-EBF4936B6F4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0843" y="259411"/>
              <a:ext cx="2373312" cy="62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B33387D8-1AFB-B010-1C4C-C5E59BD275E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963469"/>
              <a:ext cx="12192000" cy="4589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BEB9EBE3-061F-FCB0-E453-F41AB82E8E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585" y="187034"/>
              <a:ext cx="2016125" cy="690267"/>
            </a:xfrm>
            <a:prstGeom prst="rect">
              <a:avLst/>
            </a:prstGeom>
          </p:spPr>
        </p:pic>
      </p:grpSp>
      <p:pic>
        <p:nvPicPr>
          <p:cNvPr id="12" name="Imagen 11">
            <a:extLst>
              <a:ext uri="{FF2B5EF4-FFF2-40B4-BE49-F238E27FC236}">
                <a16:creationId xmlns:a16="http://schemas.microsoft.com/office/drawing/2014/main" id="{A8CA1902-5EA4-3417-4BB1-407323166FF7}"/>
              </a:ext>
            </a:extLst>
          </p:cNvPr>
          <p:cNvPicPr/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830" y="4429919"/>
            <a:ext cx="725170" cy="11703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5139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8AD53A-1588-40C5-2328-C6A11C525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AC20D2-D85E-22F7-A70C-45A9CD698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2421C3-86FE-B8AD-457D-9FB91CA98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0EFF63-5615-DF24-2B7C-6443E45FD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00D66E-4FE8-30A4-BFC0-08BC93FA1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s-E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‹Nº›</a:t>
            </a:fld>
            <a:endParaRPr lang="es-E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7979093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4DD8FB-B9D8-064C-D241-FE78FB3D6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602A3B-6889-3410-67FB-ABAD7A012E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3BCED0-1A76-AF1C-3E9B-CA2A14553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FE00B7-C194-4517-72D3-1E2E672D0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DCA6B5-7D8A-4166-B88E-BFB81CD0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5B2846-6EAB-C46A-5943-F9145D9B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s-E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‹Nº›</a:t>
            </a:fld>
            <a:endParaRPr lang="es-E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798604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6A7366-88B9-4D0D-47FC-5BD6439A1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3152D5-15F7-C6A4-BB23-26BE56B55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7B5039-B9A1-E922-7C66-3D8C833E3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D324EA7-3B08-7EA3-8133-8AFBB907BD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E2A4011-8BCD-C8E3-1833-EBA58D139C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68A2047-BE10-3669-1C4D-6577DAFDD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85C6FC5-F616-C7E3-3DC2-7ACEADACE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210DC09-16B1-235E-A3DC-78B0262DA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s-E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‹Nº›</a:t>
            </a:fld>
            <a:endParaRPr lang="es-E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3540865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912C0-3FC0-26E2-0A21-BD0EBF333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6FF7CE4-27F3-9D27-2096-71526BA71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76A3036-8883-595B-52AF-F23291391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248C291-9FBF-3AEA-15B5-A9D9AF59D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s-E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‹Nº›</a:t>
            </a:fld>
            <a:endParaRPr lang="es-E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319608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2316D48-98F4-3F98-A6AC-DD7BDB0F0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FB5D214-2A62-E83B-8139-D3DB76928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BF8484-2A8B-2609-A81A-20F122E8F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s-E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‹Nº›</a:t>
            </a:fld>
            <a:endParaRPr lang="es-E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602226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6B3C6-57CA-2C4A-447F-8F3BAC129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9CFC9A-C0C8-5F6A-DEFA-7BC6FC949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D7F1AB-F036-CFB6-C730-A589EE3B0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2DAE86-3A24-BC58-3E7B-80795B49D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B799FF-2225-B7C1-EB75-C3D1016F0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FE1B02-AB1B-1098-D942-340932AA2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s-E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‹Nº›</a:t>
            </a:fld>
            <a:endParaRPr lang="es-E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7754637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532FD9-2A75-51A8-EA61-B6E0E5CDF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79B0A8C-CFC4-60B5-BB2F-EB8E446FA6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10059A6-B1B5-7E3A-1047-E9F4CE2A3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25D71F-73A1-734B-6424-CFF5C10E5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1B3607-D709-AB25-51DC-0892945FB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B0DE98-E9A0-5A30-61E5-74EEFDDAB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s-E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‹Nº›</a:t>
            </a:fld>
            <a:endParaRPr lang="es-E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4698545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C9852-8177-328D-B7F4-50A03EB77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C870E21-5815-F32C-3C35-3DA7C36BD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518128-68DE-3C86-3D8E-1D23C3451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AAD35B-A2E9-BDC5-E488-3518F953D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2DD708-6F88-2F96-7AFD-3C00012B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s-E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‹Nº›</a:t>
            </a:fld>
            <a:endParaRPr lang="es-E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574712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55E16BE-B5C5-103B-F589-69BC18A308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F0C9A3E-999C-1179-69F4-0851E9664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B26FAA-A44F-2D41-8A5D-E9EBDE46A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1DBAFD-CC09-FD5F-033A-BA092BF2B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6E0DE2-3A93-3DF4-DC7C-67E755D40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s-E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‹Nº›</a:t>
            </a:fld>
            <a:endParaRPr lang="es-E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632349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secció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title"/>
          </p:nvPr>
        </p:nvSpPr>
        <p:spPr>
          <a:xfrm>
            <a:off x="536891" y="4365105"/>
            <a:ext cx="10972800" cy="72008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E76BB"/>
              </a:buClr>
              <a:buFont typeface="Arial"/>
              <a:buNone/>
              <a:defRPr sz="3600" b="0" i="0" u="none" strike="noStrike" cap="none">
                <a:solidFill>
                  <a:srgbClr val="0E76B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>
              <a:buSzPct val="25000"/>
            </a:pPr>
            <a:fld id="{00000000-1234-1234-1234-123412341234}" type="slidenum">
              <a:rPr lang="es-E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‹Nº›</a:t>
            </a:fld>
            <a:endParaRPr lang="es-E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3308388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Índic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8D9D1338-1348-45BB-9BA2-CAA256D75D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44600" y="1566405"/>
            <a:ext cx="9118600" cy="4377195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700">
                <a:solidFill>
                  <a:srgbClr val="1D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lnSpc>
                <a:spcPct val="100000"/>
              </a:lnSpc>
              <a:buFont typeface="+mj-lt"/>
              <a:buAutoNum type="arabicPeriod"/>
              <a:defRPr sz="2300">
                <a:solidFill>
                  <a:srgbClr val="1D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lnSpc>
                <a:spcPct val="100000"/>
              </a:lnSpc>
              <a:buFont typeface="+mj-lt"/>
              <a:buAutoNum type="arabicPeriod"/>
              <a:defRPr sz="1900">
                <a:solidFill>
                  <a:srgbClr val="1D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lnSpc>
                <a:spcPct val="100000"/>
              </a:lnSpc>
              <a:buFont typeface="+mj-lt"/>
              <a:buAutoNum type="arabicPeriod"/>
              <a:defRPr sz="1700">
                <a:solidFill>
                  <a:srgbClr val="1D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lnSpc>
                <a:spcPct val="100000"/>
              </a:lnSpc>
              <a:buFont typeface="+mj-lt"/>
              <a:buAutoNum type="arabicPeriod"/>
              <a:defRPr sz="1700">
                <a:solidFill>
                  <a:srgbClr val="1D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21161AA1-1847-4CA4-8711-B576BAF8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4192" y="6468869"/>
            <a:ext cx="685800" cy="365125"/>
          </a:xfrm>
          <a:prstGeom prst="rect">
            <a:avLst/>
          </a:prstGeom>
        </p:spPr>
        <p:txBody>
          <a:bodyPr/>
          <a:lstStyle>
            <a:lvl1pPr algn="l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57F3D41-AE33-4008-8B06-335FF87D322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76793577-475E-4048-8ED4-497F21781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464" y="365126"/>
            <a:ext cx="10033211" cy="815975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4057356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1 - Alumn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8B3B314-554A-4560-8822-C610E806D7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4"/>
          <a:stretch/>
        </p:blipFill>
        <p:spPr>
          <a:xfrm>
            <a:off x="2817" y="0"/>
            <a:ext cx="12189183" cy="6858000"/>
          </a:xfrm>
          <a:prstGeom prst="rect">
            <a:avLst/>
          </a:prstGeom>
        </p:spPr>
      </p:pic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DAAEC7E-14F1-47AC-B46D-25AE2AD80DD5}"/>
              </a:ext>
            </a:extLst>
          </p:cNvPr>
          <p:cNvCxnSpPr/>
          <p:nvPr userDrawn="1"/>
        </p:nvCxnSpPr>
        <p:spPr>
          <a:xfrm>
            <a:off x="2444751" y="4076700"/>
            <a:ext cx="73025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F894982A-A9C6-4617-B2B0-D2F02CD059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44750" y="4191001"/>
            <a:ext cx="7302501" cy="40004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Fecha</a:t>
            </a:r>
          </a:p>
        </p:txBody>
      </p:sp>
      <p:sp>
        <p:nvSpPr>
          <p:cNvPr id="24" name="Título 22">
            <a:extLst>
              <a:ext uri="{FF2B5EF4-FFF2-40B4-BE49-F238E27FC236}">
                <a16:creationId xmlns:a16="http://schemas.microsoft.com/office/drawing/2014/main" id="{7B5E6656-BC02-4178-8DFA-E2C31FB6F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4751" y="2235202"/>
            <a:ext cx="7302499" cy="1756228"/>
          </a:xfrm>
          <a:prstGeom prst="rect">
            <a:avLst/>
          </a:prstGeom>
        </p:spPr>
        <p:txBody>
          <a:bodyPr anchor="b"/>
          <a:lstStyle>
            <a:lvl1pPr algn="ctr">
              <a:defRPr lang="es-ES" sz="32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es-ES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7E55231-0DF2-40CD-BB86-3008F1A149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88445" y="5190521"/>
            <a:ext cx="2215110" cy="1131438"/>
          </a:xfrm>
          <a:prstGeom prst="rect">
            <a:avLst/>
          </a:prstGeom>
        </p:spPr>
      </p:pic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D6DDB4E5-E9D9-45AC-9063-521F2DF962EE}"/>
              </a:ext>
            </a:extLst>
          </p:cNvPr>
          <p:cNvSpPr/>
          <p:nvPr userDrawn="1"/>
        </p:nvSpPr>
        <p:spPr>
          <a:xfrm flipH="1">
            <a:off x="11629224" y="460716"/>
            <a:ext cx="562776" cy="910957"/>
          </a:xfrm>
          <a:custGeom>
            <a:avLst/>
            <a:gdLst>
              <a:gd name="connsiteX0" fmla="*/ 0 w 1257300"/>
              <a:gd name="connsiteY0" fmla="*/ 676275 h 2035175"/>
              <a:gd name="connsiteX1" fmla="*/ 1257300 w 1257300"/>
              <a:gd name="connsiteY1" fmla="*/ 0 h 2035175"/>
              <a:gd name="connsiteX2" fmla="*/ 1257300 w 1257300"/>
              <a:gd name="connsiteY2" fmla="*/ 1365250 h 2035175"/>
              <a:gd name="connsiteX3" fmla="*/ 0 w 1257300"/>
              <a:gd name="connsiteY3" fmla="*/ 2035175 h 2035175"/>
              <a:gd name="connsiteX4" fmla="*/ 0 w 1257300"/>
              <a:gd name="connsiteY4" fmla="*/ 676275 h 2035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7300" h="2035175">
                <a:moveTo>
                  <a:pt x="0" y="676275"/>
                </a:moveTo>
                <a:lnTo>
                  <a:pt x="1257300" y="0"/>
                </a:lnTo>
                <a:lnTo>
                  <a:pt x="1257300" y="1365250"/>
                </a:lnTo>
                <a:lnTo>
                  <a:pt x="0" y="2035175"/>
                </a:lnTo>
                <a:lnTo>
                  <a:pt x="0" y="6762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Forma libre: forma 16">
            <a:extLst>
              <a:ext uri="{FF2B5EF4-FFF2-40B4-BE49-F238E27FC236}">
                <a16:creationId xmlns:a16="http://schemas.microsoft.com/office/drawing/2014/main" id="{FC226F6F-A369-4A6C-9FE8-144877869951}"/>
              </a:ext>
            </a:extLst>
          </p:cNvPr>
          <p:cNvSpPr/>
          <p:nvPr userDrawn="1"/>
        </p:nvSpPr>
        <p:spPr>
          <a:xfrm>
            <a:off x="562775" y="5667015"/>
            <a:ext cx="562776" cy="910957"/>
          </a:xfrm>
          <a:custGeom>
            <a:avLst/>
            <a:gdLst>
              <a:gd name="connsiteX0" fmla="*/ 0 w 1257300"/>
              <a:gd name="connsiteY0" fmla="*/ 676275 h 2035175"/>
              <a:gd name="connsiteX1" fmla="*/ 1257300 w 1257300"/>
              <a:gd name="connsiteY1" fmla="*/ 0 h 2035175"/>
              <a:gd name="connsiteX2" fmla="*/ 1257300 w 1257300"/>
              <a:gd name="connsiteY2" fmla="*/ 1365250 h 2035175"/>
              <a:gd name="connsiteX3" fmla="*/ 0 w 1257300"/>
              <a:gd name="connsiteY3" fmla="*/ 2035175 h 2035175"/>
              <a:gd name="connsiteX4" fmla="*/ 0 w 1257300"/>
              <a:gd name="connsiteY4" fmla="*/ 676275 h 2035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7300" h="2035175">
                <a:moveTo>
                  <a:pt x="0" y="676275"/>
                </a:moveTo>
                <a:lnTo>
                  <a:pt x="1257300" y="0"/>
                </a:lnTo>
                <a:lnTo>
                  <a:pt x="1257300" y="1365250"/>
                </a:lnTo>
                <a:lnTo>
                  <a:pt x="0" y="2035175"/>
                </a:lnTo>
                <a:lnTo>
                  <a:pt x="0" y="676275"/>
                </a:lnTo>
                <a:close/>
              </a:path>
            </a:pathLst>
          </a:custGeom>
          <a:solidFill>
            <a:srgbClr val="93C0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59FD883B-A514-473E-89F5-E34F5F40E03F}"/>
              </a:ext>
            </a:extLst>
          </p:cNvPr>
          <p:cNvSpPr/>
          <p:nvPr userDrawn="1"/>
        </p:nvSpPr>
        <p:spPr>
          <a:xfrm flipH="1">
            <a:off x="-1" y="5059118"/>
            <a:ext cx="562776" cy="910957"/>
          </a:xfrm>
          <a:custGeom>
            <a:avLst/>
            <a:gdLst>
              <a:gd name="connsiteX0" fmla="*/ 0 w 1257300"/>
              <a:gd name="connsiteY0" fmla="*/ 676275 h 2035175"/>
              <a:gd name="connsiteX1" fmla="*/ 1257300 w 1257300"/>
              <a:gd name="connsiteY1" fmla="*/ 0 h 2035175"/>
              <a:gd name="connsiteX2" fmla="*/ 1257300 w 1257300"/>
              <a:gd name="connsiteY2" fmla="*/ 1365250 h 2035175"/>
              <a:gd name="connsiteX3" fmla="*/ 0 w 1257300"/>
              <a:gd name="connsiteY3" fmla="*/ 2035175 h 2035175"/>
              <a:gd name="connsiteX4" fmla="*/ 0 w 1257300"/>
              <a:gd name="connsiteY4" fmla="*/ 676275 h 2035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7300" h="2035175">
                <a:moveTo>
                  <a:pt x="0" y="676275"/>
                </a:moveTo>
                <a:lnTo>
                  <a:pt x="1257300" y="0"/>
                </a:lnTo>
                <a:lnTo>
                  <a:pt x="1257300" y="1365250"/>
                </a:lnTo>
                <a:lnTo>
                  <a:pt x="0" y="2035175"/>
                </a:lnTo>
                <a:lnTo>
                  <a:pt x="0" y="6762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9E605690-4136-4EF3-ACCA-386C8A367A2D}"/>
              </a:ext>
            </a:extLst>
          </p:cNvPr>
          <p:cNvSpPr/>
          <p:nvPr userDrawn="1"/>
        </p:nvSpPr>
        <p:spPr>
          <a:xfrm>
            <a:off x="-1" y="4148161"/>
            <a:ext cx="562776" cy="910957"/>
          </a:xfrm>
          <a:custGeom>
            <a:avLst/>
            <a:gdLst>
              <a:gd name="connsiteX0" fmla="*/ 0 w 1257300"/>
              <a:gd name="connsiteY0" fmla="*/ 676275 h 2035175"/>
              <a:gd name="connsiteX1" fmla="*/ 1257300 w 1257300"/>
              <a:gd name="connsiteY1" fmla="*/ 0 h 2035175"/>
              <a:gd name="connsiteX2" fmla="*/ 1257300 w 1257300"/>
              <a:gd name="connsiteY2" fmla="*/ 1365250 h 2035175"/>
              <a:gd name="connsiteX3" fmla="*/ 0 w 1257300"/>
              <a:gd name="connsiteY3" fmla="*/ 2035175 h 2035175"/>
              <a:gd name="connsiteX4" fmla="*/ 0 w 1257300"/>
              <a:gd name="connsiteY4" fmla="*/ 676275 h 2035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7300" h="2035175">
                <a:moveTo>
                  <a:pt x="0" y="676275"/>
                </a:moveTo>
                <a:lnTo>
                  <a:pt x="1257300" y="0"/>
                </a:lnTo>
                <a:lnTo>
                  <a:pt x="1257300" y="1365250"/>
                </a:lnTo>
                <a:lnTo>
                  <a:pt x="0" y="2035175"/>
                </a:lnTo>
                <a:lnTo>
                  <a:pt x="0" y="676275"/>
                </a:lnTo>
                <a:close/>
              </a:path>
            </a:pathLst>
          </a:custGeom>
          <a:solidFill>
            <a:srgbClr val="93C0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1552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A65FEC7-E263-88CD-5C79-590B80CDC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79298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1F3136-CFC3-5947-8741-3E590F812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0302E6-F1A9-EBCD-4611-16CCC8353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15B6D9-3486-0148-F430-5EB0B64384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089A1E-A16C-291A-A152-49FAAA68A9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s-E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‹Nº›</a:t>
            </a:fld>
            <a:endParaRPr lang="es-E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ráfico 3">
            <a:extLst>
              <a:ext uri="{FF2B5EF4-FFF2-40B4-BE49-F238E27FC236}">
                <a16:creationId xmlns:a16="http://schemas.microsoft.com/office/drawing/2014/main" id="{224A95F4-2670-101A-CED7-047004ABBD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327006" y="212248"/>
            <a:ext cx="1631316" cy="1631316"/>
          </a:xfrm>
          <a:prstGeom prst="rect">
            <a:avLst/>
          </a:prstGeom>
        </p:spPr>
      </p:pic>
      <p:pic>
        <p:nvPicPr>
          <p:cNvPr id="8" name="Imagen 7" descr="Un dibujo con letras&#10;&#10;Descripción generada automáticamente con confianza media">
            <a:extLst>
              <a:ext uri="{FF2B5EF4-FFF2-40B4-BE49-F238E27FC236}">
                <a16:creationId xmlns:a16="http://schemas.microsoft.com/office/drawing/2014/main" id="{730E9DE9-AAB5-1A6A-25DB-848A5126D23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1" y="6020911"/>
            <a:ext cx="2057187" cy="79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561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1" r:id="rId12"/>
    <p:sldLayoutId id="2147483723" r:id="rId13"/>
    <p:sldLayoutId id="2147483724" r:id="rId14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acionhadoop.com/aulavirtual/mod/forum/discuss.php?d=15" TargetMode="Externa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protobuf.dev/programming-guides/proto3/" TargetMode="Externa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aitor-medrano.github.io/iabd2223/hadoop/04formatos.html#filas-vs-columnas" TargetMode="Externa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4ACAB-1D30-437A-8E2E-2C3CABC0BA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160" y="2001839"/>
            <a:ext cx="7889240" cy="1914525"/>
          </a:xfrm>
        </p:spPr>
        <p:txBody>
          <a:bodyPr anchor="b">
            <a:normAutofit/>
          </a:bodyPr>
          <a:lstStyle/>
          <a:p>
            <a:r>
              <a:rPr lang="es-ES"/>
              <a:t>Formatos </a:t>
            </a:r>
            <a:r>
              <a:rPr lang="es-ES" dirty="0"/>
              <a:t>de Datos para Almacenar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D3E09C-C1BB-44C7-A03A-1F9AE08E0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161" y="4442620"/>
            <a:ext cx="7512857" cy="1655762"/>
          </a:xfrm>
        </p:spPr>
        <p:txBody>
          <a:bodyPr>
            <a:normAutofit/>
          </a:bodyPr>
          <a:lstStyle/>
          <a:p>
            <a:r>
              <a:rPr lang="es-ES" dirty="0"/>
              <a:t>BIG DATA APLICADA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28E140D3-1B7E-9921-7E7F-4748F20B5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  <a:buSzPct val="25000"/>
            </a:pPr>
            <a:fld id="{00000000-1234-1234-1234-123412341234}" type="slidenum">
              <a:rPr lang="es-E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spcAft>
                  <a:spcPts val="600"/>
                </a:spcAft>
                <a:buSzPct val="25000"/>
              </a:pPr>
              <a:t>1</a:t>
            </a:fld>
            <a:endParaRPr lang="es-E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4936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C11ECAD-621E-A3C5-573E-F9BAC2467E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1464" y="2387378"/>
            <a:ext cx="3431463" cy="2083244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s-ES" sz="2400" dirty="0"/>
              <a:t>Objetivo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ES" sz="2400" dirty="0"/>
              <a:t>Formatos Comunes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ES" sz="2400" dirty="0"/>
              <a:t>Elección de formato adecuado</a:t>
            </a:r>
          </a:p>
          <a:p>
            <a:pPr>
              <a:buFont typeface="Wingdings" panose="05000000000000000000" pitchFamily="2" charset="2"/>
              <a:buChar char="v"/>
            </a:pPr>
            <a:endParaRPr lang="es-ES" dirty="0"/>
          </a:p>
          <a:p>
            <a:pPr>
              <a:buFont typeface="Wingdings" panose="05000000000000000000" pitchFamily="2" charset="2"/>
              <a:buChar char="v"/>
            </a:pPr>
            <a:endParaRPr lang="es-ES" dirty="0"/>
          </a:p>
          <a:p>
            <a:pPr>
              <a:buFont typeface="Wingdings" panose="05000000000000000000" pitchFamily="2" charset="2"/>
              <a:buChar char="v"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49A3FD3-CF86-75DE-DDA0-A80F056A0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2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1EEF181-7AF6-A4E7-A6E0-6367B0454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Contenido</a:t>
            </a:r>
          </a:p>
        </p:txBody>
      </p:sp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3963E3A1-BAA7-9F6A-2251-07FD92E0A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648" y="1325265"/>
            <a:ext cx="7363073" cy="42074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58211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F2CCE96-D60E-4326-BE7B-58FE4201BA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6260" y="1605141"/>
            <a:ext cx="9976687" cy="2174897"/>
          </a:xfrm>
        </p:spPr>
        <p:txBody>
          <a:bodyPr lIns="91440" tIns="45720" rIns="91440" bIns="45720" anchor="t"/>
          <a:lstStyle/>
          <a:p>
            <a:pPr marL="0" indent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Elegir el formato de datos adecuado antes de almacenarlo requiere una evaluación cuidadosa de varios factores clave que influyen en el rendimiento, la eficiencia del almacenamiento y la usabilidad de los datos. </a:t>
            </a:r>
            <a:endParaRPr lang="es-ES" sz="2400" b="1" dirty="0">
              <a:solidFill>
                <a:schemeClr val="tx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1EFB644-FEBE-482B-8B36-3E3D53D3B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087" y="415455"/>
            <a:ext cx="1946319" cy="815975"/>
          </a:xfrm>
        </p:spPr>
        <p:txBody>
          <a:bodyPr/>
          <a:lstStyle/>
          <a:p>
            <a:r>
              <a:rPr lang="es-ES" dirty="0"/>
              <a:t>Objetivo</a:t>
            </a:r>
          </a:p>
        </p:txBody>
      </p:sp>
      <p:pic>
        <p:nvPicPr>
          <p:cNvPr id="3" name="Imagen 2" descr="Imagen de la pantalla de un celular con la imagen de un videojuego&#10;&#10;Descripción generada automáticamente con confianza baja">
            <a:extLst>
              <a:ext uri="{FF2B5EF4-FFF2-40B4-BE49-F238E27FC236}">
                <a16:creationId xmlns:a16="http://schemas.microsoft.com/office/drawing/2014/main" id="{EB8F8063-0A20-BA02-9B6E-51CD934CF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461" y="3936054"/>
            <a:ext cx="4656287" cy="26607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62653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E5645D8-EC0E-779A-1401-1071459D7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4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B9FE776-469A-DD40-6165-ED9DF17E5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Formatos orientados a Fila o Columna</a:t>
            </a:r>
          </a:p>
        </p:txBody>
      </p:sp>
      <p:pic>
        <p:nvPicPr>
          <p:cNvPr id="3074" name="Picture 2" descr="Formatos de datos en Big Data - IABD">
            <a:extLst>
              <a:ext uri="{FF2B5EF4-FFF2-40B4-BE49-F238E27FC236}">
                <a16:creationId xmlns:a16="http://schemas.microsoft.com/office/drawing/2014/main" id="{C5737E91-7DE9-6EBE-F323-5357944DA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64" y="3014499"/>
            <a:ext cx="95250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CF60440-50F0-DD36-6505-828081E71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295735"/>
              </p:ext>
            </p:extLst>
          </p:nvPr>
        </p:nvGraphicFramePr>
        <p:xfrm>
          <a:off x="3297886" y="1420571"/>
          <a:ext cx="433215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951">
                  <a:extLst>
                    <a:ext uri="{9D8B030D-6E8A-4147-A177-3AD203B41FA5}">
                      <a16:colId xmlns:a16="http://schemas.microsoft.com/office/drawing/2014/main" val="1267020621"/>
                    </a:ext>
                  </a:extLst>
                </a:gridCol>
                <a:gridCol w="1127895">
                  <a:extLst>
                    <a:ext uri="{9D8B030D-6E8A-4147-A177-3AD203B41FA5}">
                      <a16:colId xmlns:a16="http://schemas.microsoft.com/office/drawing/2014/main" val="1440265954"/>
                    </a:ext>
                  </a:extLst>
                </a:gridCol>
                <a:gridCol w="2187310">
                  <a:extLst>
                    <a:ext uri="{9D8B030D-6E8A-4147-A177-3AD203B41FA5}">
                      <a16:colId xmlns:a16="http://schemas.microsoft.com/office/drawing/2014/main" val="3288023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user_id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Subscription_type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124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42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Paid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694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Paid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474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0091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AFDE2D0-7653-6C0F-9F93-8E9938D6FC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1464" y="1252737"/>
            <a:ext cx="10366752" cy="5144496"/>
          </a:xfrm>
        </p:spPr>
        <p:txBody>
          <a:bodyPr/>
          <a:lstStyle/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Descripción: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JSON es un formato de texto ligero y legible por humanos, utilizado comúnmente para representar datos estructurados. Es muy utilizado en aplicaciones web para intercambiar datos entre el cliente y el servidor.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Ventajas: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Fácil de leer y escribir por humanos.</a:t>
            </a:r>
          </a:p>
          <a:p>
            <a:pPr marL="742950" lvl="1" indent="-28575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Amplia compatibilidad con lenguajes de programación y herramientas de análisis.</a:t>
            </a:r>
          </a:p>
          <a:p>
            <a:pPr marL="742950" lvl="1" indent="-28575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Flexible, soporta datos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semi-estructurados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Desventajas: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Menos eficiente en términos de almacenamiento y rendimiento en comparación con formatos binarios.</a:t>
            </a:r>
          </a:p>
          <a:p>
            <a:pPr marL="742950" lvl="1" indent="-28575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Mayor sobrecarga debido a la inclusión de etiquetas en texto.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3D6244-C61F-210D-47B8-29C17102C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5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42F6505-8B9C-D7AF-0979-A3E7FBC25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Formatos Comunes (</a:t>
            </a:r>
            <a:r>
              <a:rPr lang="es-ES" dirty="0">
                <a:solidFill>
                  <a:srgbClr val="1D70B7"/>
                </a:solidFill>
              </a:rPr>
              <a:t>JSON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91827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D5DB5-40B1-E4DE-1905-5C4551D04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15EA7F4-5120-D275-858D-814684109E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1464" y="1252737"/>
            <a:ext cx="10295190" cy="5144496"/>
          </a:xfrm>
        </p:spPr>
        <p:txBody>
          <a:bodyPr/>
          <a:lstStyle/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Descripción: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s-ES" sz="20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Avro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es un formato de serialización de datos desarrollado dentro del proyecto Apache Hadoop. Es un formato binario que almacena datos junto con su esquema, lo que permite la validación y la evolución del esquema sin interrumpir los sistemas existentes.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Ventajas: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Compacto y eficiente en almacenamiento.</a:t>
            </a:r>
          </a:p>
          <a:p>
            <a:pPr marL="742950" lvl="1" indent="-28575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Soporte nativo en Hadoop y otros sistemas de Big Data.</a:t>
            </a:r>
          </a:p>
          <a:p>
            <a:pPr marL="742950" lvl="1" indent="-28575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Capacidad de manejar la evolución del esquema sin problemas.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Desventajas: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Menos legible por humanos, ya que es un formato binario.</a:t>
            </a:r>
          </a:p>
          <a:p>
            <a:pPr marL="742950" lvl="1" indent="-28575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Necesita un esquema predefinido para la serialización.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1762B1-2DA7-88BC-46C5-9180864DC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6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4278F5A-EC90-DC78-0960-07175E9C3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Formatos Comunes (</a:t>
            </a:r>
            <a:r>
              <a:rPr lang="es-ES" dirty="0" err="1">
                <a:solidFill>
                  <a:srgbClr val="1D70B7"/>
                </a:solidFill>
              </a:rPr>
              <a:t>Avro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58289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D9C47-5AFF-93AE-941D-64CD94624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7B8E2F6-8D02-6603-42D4-51D313868A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1464" y="1252737"/>
            <a:ext cx="10334946" cy="5144496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Descripción: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Parquet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es un formato de almacenamiento de columnas optimizado para grandes volúmenes de datos. Es ampliamente utilizado en entornos de Big Data, especialmente en plataformas como Apache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Spark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Hive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y Impala.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Ventajas: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Eficiencia en almacenamiento y procesamiento, especialmente en consultas que solo requieren un subconjunto de columnas.</a:t>
            </a: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Compresión altamente eficiente, lo que reduce el espacio en disco.</a:t>
            </a: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Compatibilidad con muchos motores de procesamiento de Big Data.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Desventajas: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No es adecuado para datos altamente jerárquicos o no estructurados.</a:t>
            </a: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Requiere procesamiento adicional para la lectura y escritura en comparación con formatos de fila.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93CA31-C2BA-3706-1817-B017920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1733740-EA83-DF36-6EF4-C2D44F98F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Formatos Comunes (</a:t>
            </a:r>
            <a:r>
              <a:rPr lang="es-ES" sz="3200" b="1" dirty="0" err="1">
                <a:solidFill>
                  <a:srgbClr val="1D70B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Parquet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50861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2EDF-9AB9-F602-72D4-044213BAE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CB17CEE-ED58-4432-A99C-75DD98D145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1464" y="1252737"/>
            <a:ext cx="10342898" cy="5144496"/>
          </a:xfrm>
        </p:spPr>
        <p:txBody>
          <a:bodyPr/>
          <a:lstStyle/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Descripción: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ORC es otro formato de almacenamiento de columnas, optimizado para operaciones de análisis en Hadoop. Fue desarrollado originalmente para Apache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Hive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Ventajas: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Compresión avanzada y alta eficiencia en consultas de columnas específicas.</a:t>
            </a: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Incluye índices de fila, lo que permite un acceso más rápido a los datos.</a:t>
            </a: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Ideal para consultas analíticas en Big Data.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Desventajas: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Menos flexible para datos no estructurados.</a:t>
            </a: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Similar a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Parquet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puede requerir más tiempo en la escritura debido a la compresión y el formato columnar.</a:t>
            </a: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8AC1B5-EAFE-B775-3FC6-37F132BC4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8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982C913-5708-2110-B4EC-839408653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Formatos Comunes (</a:t>
            </a:r>
            <a:r>
              <a:rPr lang="es-ES" sz="3200" b="1" dirty="0">
                <a:solidFill>
                  <a:srgbClr val="1D70B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ORC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18075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A82E1F-4137-E711-B1A5-A48F5D3A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9</a:t>
            </a:fld>
            <a:endParaRPr lang="es-ES" dirty="0"/>
          </a:p>
        </p:txBody>
      </p:sp>
      <p:sp>
        <p:nvSpPr>
          <p:cNvPr id="6" name="Título 4">
            <a:extLst>
              <a:ext uri="{FF2B5EF4-FFF2-40B4-BE49-F238E27FC236}">
                <a16:creationId xmlns:a16="http://schemas.microsoft.com/office/drawing/2014/main" id="{01376AC1-03D5-0A34-DE5C-F61171965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8626" y="637431"/>
            <a:ext cx="1203911" cy="450927"/>
          </a:xfrm>
        </p:spPr>
        <p:txBody>
          <a:bodyPr>
            <a:normAutofit fontScale="90000"/>
          </a:bodyPr>
          <a:lstStyle/>
          <a:p>
            <a:r>
              <a:rPr lang="es-ES" dirty="0" err="1"/>
              <a:t>Avro</a:t>
            </a:r>
            <a:endParaRPr lang="es-E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0A60749-14CC-B2EE-E9DE-DAD7FB89F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2575" y="3710600"/>
            <a:ext cx="3927112" cy="3123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4">
            <a:extLst>
              <a:ext uri="{FF2B5EF4-FFF2-40B4-BE49-F238E27FC236}">
                <a16:creationId xmlns:a16="http://schemas.microsoft.com/office/drawing/2014/main" id="{FD2F4253-361C-A1BC-FDA0-F66213214774}"/>
              </a:ext>
            </a:extLst>
          </p:cNvPr>
          <p:cNvSpPr txBox="1">
            <a:spLocks/>
          </p:cNvSpPr>
          <p:nvPr/>
        </p:nvSpPr>
        <p:spPr>
          <a:xfrm>
            <a:off x="231088" y="4849885"/>
            <a:ext cx="1740689" cy="45092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s-ES" dirty="0" err="1"/>
              <a:t>Parquet</a:t>
            </a:r>
            <a:endParaRPr lang="es-E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C2ECCA2-4BCC-2995-1995-1757C94981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50" t="1646" r="18065"/>
          <a:stretch/>
        </p:blipFill>
        <p:spPr bwMode="auto">
          <a:xfrm>
            <a:off x="7378263" y="1389259"/>
            <a:ext cx="3711654" cy="5311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4">
            <a:extLst>
              <a:ext uri="{FF2B5EF4-FFF2-40B4-BE49-F238E27FC236}">
                <a16:creationId xmlns:a16="http://schemas.microsoft.com/office/drawing/2014/main" id="{4C013522-DF56-D8BA-2161-CEED37737090}"/>
              </a:ext>
            </a:extLst>
          </p:cNvPr>
          <p:cNvSpPr txBox="1">
            <a:spLocks/>
          </p:cNvSpPr>
          <p:nvPr/>
        </p:nvSpPr>
        <p:spPr>
          <a:xfrm>
            <a:off x="8831929" y="773112"/>
            <a:ext cx="1203911" cy="45092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s-ES" dirty="0"/>
              <a:t>ORC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51C71C18-4007-A143-0FEE-61FEED3F4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88" y="998575"/>
            <a:ext cx="6858000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033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CF927-DFA4-E902-FB25-E19C644B7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A0EC280-EE30-5C95-E60F-495D19C9AB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1463" y="1252737"/>
            <a:ext cx="10486021" cy="5240138"/>
          </a:xfrm>
        </p:spPr>
        <p:txBody>
          <a:bodyPr/>
          <a:lstStyle/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Descripción: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CSV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es un formato de texto simple en el que los valores están separados por comas. Es uno de los formatos más básicos para almacenar datos tabulares.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Ventajas: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Fácil de leer y escribir.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Amplia compatibilidad con casi todas las herramientas y lenguajes de programación.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Ideal para datos tabulares simples.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Desventajas: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Ineficiente en términos de espacio y velocidad de procesamiento para grandes volúmenes de datos.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No soporta tipos de datos complejos o estructurados.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Carece de metadatos o información de esquema.</a:t>
            </a: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1558AE-D7DD-CB8D-5C4C-CF1D06CB3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10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3E32A43-D168-8BA5-7579-873A52A8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Formatos Comunes (</a:t>
            </a:r>
            <a:r>
              <a:rPr lang="es-ES" sz="3200" b="1" dirty="0">
                <a:solidFill>
                  <a:srgbClr val="1D70B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CVS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64649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6AA4E-9460-A34E-CE17-F727FF8C8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67008C4-2E85-86B2-9CFE-1E57B072D2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1463" y="1348378"/>
            <a:ext cx="10033211" cy="4488475"/>
          </a:xfrm>
        </p:spPr>
        <p:txBody>
          <a:bodyPr/>
          <a:lstStyle/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Descripción: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SequenceFile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es un formato de archivo binario que almacena pares clave-valor en Hadoop. Es útil para combinar grandes cantidades de datos con alta compresión.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Ventajas: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Compatible con el ecosistema Hadoop.</a:t>
            </a: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Soporta compresión de bloque o registro, lo que mejora la eficiencia del almacenamiento.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Desventajas: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No es adecuado para datos no estructurados o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semi-estructurados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Menos soporte fuera del ecosistema Hadoop.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DF95A2-3650-DD86-6263-98B382C8A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11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03E91C2-F2C6-E36C-F746-3E88D3801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Formatos Comunes (</a:t>
            </a:r>
            <a:r>
              <a:rPr lang="es-ES" sz="3200" b="1" dirty="0" err="1">
                <a:solidFill>
                  <a:srgbClr val="1D70B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SequenceFile</a:t>
            </a:r>
            <a:r>
              <a:rPr lang="es-ES" dirty="0"/>
              <a:t>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10899F8-3EFA-ED5F-963B-81E9E866129E}"/>
              </a:ext>
            </a:extLst>
          </p:cNvPr>
          <p:cNvSpPr txBox="1"/>
          <p:nvPr/>
        </p:nvSpPr>
        <p:spPr>
          <a:xfrm>
            <a:off x="1799596" y="5957679"/>
            <a:ext cx="6096670" cy="390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1800" dirty="0">
                <a:ea typeface="Arial" panose="020B0604020202020204" pitchFamily="34" charset="0"/>
                <a:cs typeface="Times New Roman" panose="02020603050405020304" pitchFamily="18" charset="0"/>
                <a:hlinkClick r:id="rId2"/>
              </a:rPr>
              <a:t>Como funciona </a:t>
            </a:r>
            <a:r>
              <a:rPr lang="es-ES" sz="1800" dirty="0" err="1">
                <a:ea typeface="Arial" panose="020B0604020202020204" pitchFamily="34" charset="0"/>
                <a:cs typeface="Times New Roman" panose="02020603050405020304" pitchFamily="18" charset="0"/>
                <a:hlinkClick r:id="rId2"/>
              </a:rPr>
              <a:t>SequenceFile</a:t>
            </a:r>
            <a:endParaRPr lang="es-ES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878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03993-612C-CB57-FCFA-9377BFCD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1DF342E7-40DB-FD95-61D6-9B4E518876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1463" y="1586917"/>
            <a:ext cx="10033211" cy="4177779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Descripción: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RCFile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es un formato de almacenamiento columnar que precedió a ORC y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Parquet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 Fue diseñado para mejorar el rendimiento de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Hive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Ventajas: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Mejor rendimiento de lectura en comparación con formatos de filas.</a:t>
            </a: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Optimizado para almacenamiento de datos tabulares en Hadoop.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Desventajas: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Menos eficiente que ORC y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Parquet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en términos de compresión y procesamiento.</a:t>
            </a: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Su uso ha disminuido a favor de ORC y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Parquet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165D89-36AE-81DD-CDDC-BFFB16AA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12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CEC68E8-977D-1205-CB34-B76E01C88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Formato Comunes(</a:t>
            </a:r>
            <a:r>
              <a:rPr lang="es-ES" sz="3200" b="1" dirty="0" err="1">
                <a:solidFill>
                  <a:srgbClr val="1D70B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RCFile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61696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63510-AA53-512E-85DE-264A9BB5F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E6D505C-6193-16A9-8B8E-461598157F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1463" y="1586917"/>
            <a:ext cx="10033211" cy="4177779"/>
          </a:xfrm>
        </p:spPr>
        <p:txBody>
          <a:bodyPr/>
          <a:lstStyle/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Descripción: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Protocolo Buffers (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ProtoBuf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 es un formato de serialización desarrollado por Google que es más compacto que JSON y XML.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Ventajas: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Altamente eficiente en términos de espacio y rendimiento.</a:t>
            </a: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Compatible con la evolución de esquemas.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Desventajas: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Formato binario, menos legible por humanos.</a:t>
            </a: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Requiere herramientas adicionales para serialización/deserialización.</a:t>
            </a: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F1E13E-F8D7-EC85-7D78-6B46B4577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13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ED69936-9C92-93EF-27A8-A5F510389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Formatos Comunes (</a:t>
            </a:r>
            <a:r>
              <a:rPr lang="es-ES" sz="3200" b="1" dirty="0" err="1">
                <a:solidFill>
                  <a:srgbClr val="1D70B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ProtoBuf</a:t>
            </a:r>
            <a:r>
              <a:rPr lang="es-ES" dirty="0"/>
              <a:t>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855988-3FEA-F79E-9D1C-CCDDED689586}"/>
              </a:ext>
            </a:extLst>
          </p:cNvPr>
          <p:cNvSpPr txBox="1"/>
          <p:nvPr/>
        </p:nvSpPr>
        <p:spPr>
          <a:xfrm>
            <a:off x="2291075" y="5696447"/>
            <a:ext cx="6096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hlinkClick r:id="rId2"/>
              </a:rPr>
              <a:t>Guía programación de proto3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94411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72242-A13F-B6B2-256D-7784E9E36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2D64C2F-786D-F593-508C-50CBF1D89F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1463" y="1586917"/>
            <a:ext cx="10033211" cy="4177779"/>
          </a:xfrm>
        </p:spPr>
        <p:txBody>
          <a:bodyPr/>
          <a:lstStyle/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Descripción: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Una práctica común es utilizar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Avro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para la transmisión y serialización de datos, y luego almacenar los datos en un formato columnar como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Parquet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 ORC para análisis.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Ventajas: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Combina la flexibilidad y el manejo de esquemas de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Avro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la eficiencia en almacenamiento y procesamiento de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Parquet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u ORC.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Desventajas: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Mayor complejidad en la arquitectura del flujo de datos.</a:t>
            </a: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B0C82F-19B2-8FA9-DB23-2F9D47438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14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743604B-0931-23E6-0720-991700C19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464" y="365126"/>
            <a:ext cx="10629145" cy="815975"/>
          </a:xfrm>
        </p:spPr>
        <p:txBody>
          <a:bodyPr/>
          <a:lstStyle/>
          <a:p>
            <a:r>
              <a:rPr lang="es-ES" dirty="0"/>
              <a:t>Formatos Comunes (</a:t>
            </a:r>
            <a:r>
              <a:rPr lang="es-ES" sz="3200" b="1" dirty="0" err="1">
                <a:solidFill>
                  <a:srgbClr val="1D70B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Avro</a:t>
            </a:r>
            <a:r>
              <a:rPr lang="es-ES" sz="3200" b="1" dirty="0">
                <a:solidFill>
                  <a:srgbClr val="1D70B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+ </a:t>
            </a:r>
            <a:r>
              <a:rPr lang="es-ES" sz="3200" b="1" dirty="0" err="1">
                <a:solidFill>
                  <a:srgbClr val="1D70B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Parquet</a:t>
            </a:r>
            <a:r>
              <a:rPr lang="es-ES" sz="3200" b="1" dirty="0">
                <a:solidFill>
                  <a:srgbClr val="1D70B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s-ES" sz="3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 </a:t>
            </a:r>
            <a:r>
              <a:rPr lang="es-ES" sz="3200" b="1" dirty="0" err="1">
                <a:solidFill>
                  <a:srgbClr val="93C0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Avro</a:t>
            </a:r>
            <a:r>
              <a:rPr lang="es-ES" sz="3200" b="1" dirty="0">
                <a:solidFill>
                  <a:srgbClr val="93C01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+ ORC</a:t>
            </a:r>
            <a:r>
              <a:rPr lang="es-ES" dirty="0"/>
              <a:t>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E9FCF8-01BA-C26B-D3BF-9A25B026DD29}"/>
              </a:ext>
            </a:extLst>
          </p:cNvPr>
          <p:cNvSpPr txBox="1"/>
          <p:nvPr/>
        </p:nvSpPr>
        <p:spPr>
          <a:xfrm>
            <a:off x="1634440" y="5303031"/>
            <a:ext cx="6096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hlinkClick r:id="rId2"/>
              </a:rPr>
              <a:t>Entender la importancia de los formatos de datos: Ejemplos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98424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FFD29-64C0-FDD9-21CB-19400F8E8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E398096-D988-280A-991D-6B46A76FE5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1463" y="1252737"/>
            <a:ext cx="10374704" cy="5144496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Descripción: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HDFS no es un formato de datos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sino un sistema de archivos distribuido diseñado para ejecutarse en hardware de bajo costo. Sin embargo, muchos formatos de archivo como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Avro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Parquet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y ORC están optimizados para su uso en HDFS.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Ventajas: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Soporte para el almacenamiento y procesamiento de grandes conjuntos de datos en clústeres distribuidos.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Escalabilidad horizontal.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Tolerancia a fallos.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Desventajas: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Mayor complejidad en la gestión en comparación con sistemas de archivos tradicionales.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No está optimizado para operaciones de baja latencia.</a:t>
            </a: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1BC9CA-7A8B-9231-2177-01865E29C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15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4384F97-9554-3B98-5802-20B5F1BDA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 de Archivo(</a:t>
            </a:r>
            <a:r>
              <a:rPr lang="es-ES" sz="3200" b="1" dirty="0">
                <a:solidFill>
                  <a:srgbClr val="1D70B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HDFS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02955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7BAE8EC-A93A-A1C1-F273-EABB916F57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092" y="1636387"/>
            <a:ext cx="10251124" cy="4377195"/>
          </a:xfrm>
        </p:spPr>
        <p:txBody>
          <a:bodyPr/>
          <a:lstStyle/>
          <a:p>
            <a:pPr marL="0" indent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1. Evaluar el Tipo de Datos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Estructurados: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Si los datos están organizados en tablas con filas y columnas, como en bases de datos relacionales, formatos como </a:t>
            </a:r>
            <a:r>
              <a:rPr lang="es-ES" sz="20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Parquet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 </a:t>
            </a: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ORC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son ideales.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Semi-estructurados</a:t>
            </a: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Datos que no siguen una estructura fija, como documentos JSON o XML. Formatos como </a:t>
            </a:r>
            <a:r>
              <a:rPr lang="es-ES" sz="20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Avro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 </a:t>
            </a: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JSON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son más adecuados.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No estructurados: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Datos como texto libre, imágenes, videos o archivos multimedia. En este caso, es importante considerar si se necesita un formato que soporte objetos binarios grandes (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BLOBs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 o almacenamiento en sistemas de archivos distribuidos como </a:t>
            </a: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HDFS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853B13-0418-FEA1-435F-01878404C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16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BA0F6C9-D9BD-9D8F-F358-082665DB6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Pasos formato de datos adecuado</a:t>
            </a:r>
          </a:p>
        </p:txBody>
      </p:sp>
    </p:spTree>
    <p:extLst>
      <p:ext uri="{BB962C8B-B14F-4D97-AF65-F5344CB8AC3E}">
        <p14:creationId xmlns:p14="http://schemas.microsoft.com/office/powerpoint/2010/main" val="68841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1346A-3C15-CBEA-79DC-1493B038D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B9B46BF-A81B-48F9-750E-5F2D6DA016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092" y="1240402"/>
            <a:ext cx="10123903" cy="5406888"/>
          </a:xfrm>
        </p:spPr>
        <p:txBody>
          <a:bodyPr/>
          <a:lstStyle/>
          <a:p>
            <a:pPr marL="0" indent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2. Considerar el Uso Previsto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Análisis de Datos: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Si el objetivo es realizar análisis de datos, especialmente en grandes volúmenes, los formatos columnar como </a:t>
            </a:r>
            <a:r>
              <a:rPr lang="es-ES" sz="20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Parquet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 </a:t>
            </a: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ORC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son más eficientes.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Intercambio de Datos: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Para aplicaciones que requieren compartir o mover datos entre sistemas, un formato legible y ampliamente compatible como </a:t>
            </a: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JSON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 </a:t>
            </a: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CSV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puede ser más conveniente.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Almacenamiento a Largo Plazo: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Si se trata de datos que serán archivados y raramente accedidos, formatos compactos con compresión como </a:t>
            </a: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ORC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 </a:t>
            </a:r>
            <a:r>
              <a:rPr lang="es-ES" sz="20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Parquet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pueden ser útiles.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Procesamiento en Tiempo Real: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Si se necesita procesar datos en tiempo real, formatos ligeros y rápidos como </a:t>
            </a:r>
            <a:r>
              <a:rPr lang="es-ES" sz="20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Avro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son preferibles, ya que permiten una rápida serialización y deserialización.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732E2E-9B94-EFCD-FBB1-3A6EABDF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17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EEF44C2-1EF2-0E98-42E9-0D7A50C6B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Pasos formato de datos adecuado</a:t>
            </a:r>
          </a:p>
        </p:txBody>
      </p:sp>
    </p:spTree>
    <p:extLst>
      <p:ext uri="{BB962C8B-B14F-4D97-AF65-F5344CB8AC3E}">
        <p14:creationId xmlns:p14="http://schemas.microsoft.com/office/powerpoint/2010/main" val="4279057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5690A-64CE-D49B-0363-04BAF8F8D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FD6C235-2D15-BE99-EDFF-19BF137C3D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092" y="1439184"/>
            <a:ext cx="10274978" cy="4377195"/>
          </a:xfrm>
        </p:spPr>
        <p:txBody>
          <a:bodyPr/>
          <a:lstStyle/>
          <a:p>
            <a:pPr marL="0" indent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3. Evaluar la Escalabilidad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Volumen de Datos: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Para grandes volúmenes de datos, es crucial elegir un formato que optimice el almacenamiento y permita un procesamiento eficiente. Formatos binarios y comprimidos, como </a:t>
            </a:r>
            <a:r>
              <a:rPr lang="es-ES" sz="20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Parquet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ORC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o </a:t>
            </a:r>
            <a:r>
              <a:rPr lang="es-ES" sz="20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Avro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son generalmente más adecuados.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Crecimiento de Datos: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Considera cómo crecerán los datos con el tiempo. Un formato que soporte la evolución de esquemas, como </a:t>
            </a:r>
            <a:r>
              <a:rPr lang="es-ES" sz="20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Avro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puede ser esencial si se espera que la estructura de los datos cambie con el tiempo.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69C2E6-0AC5-3E75-1051-32BA98F4C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18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50A150E-E5D8-9625-E465-1C4A6AB29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Pasos formato de datos adecuado</a:t>
            </a:r>
          </a:p>
        </p:txBody>
      </p:sp>
    </p:spTree>
    <p:extLst>
      <p:ext uri="{BB962C8B-B14F-4D97-AF65-F5344CB8AC3E}">
        <p14:creationId xmlns:p14="http://schemas.microsoft.com/office/powerpoint/2010/main" val="3809009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0277A-671B-5B4B-CF4A-F96B6B6DB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AA97FF-69E3-B2F5-71FD-7052444F2E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092" y="1439184"/>
            <a:ext cx="10243172" cy="4377195"/>
          </a:xfrm>
        </p:spPr>
        <p:txBody>
          <a:bodyPr/>
          <a:lstStyle/>
          <a:p>
            <a:pPr marL="0" indent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4. Compatibilidad con el Ecosistema de Herramientas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Herramientas y Plataformas: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Verifica qué formatos son compatibles con las herramientas y plataformas que se utilizarán (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e.g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., Hadoop,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Spark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Hive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etc.). Por ejemplo, </a:t>
            </a:r>
            <a:r>
              <a:rPr lang="es-ES" sz="20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Parquet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y </a:t>
            </a: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ORC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tienen soporte nativo en muchos motores de procesamiento de Big Data.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Integración con Bases de Datos: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Si los datos se integrarán con bases de datos o sistemas de almacenamiento específicos, es importante elegir un formato que se integre fácilmente. </a:t>
            </a: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CSV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y </a:t>
            </a: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JSON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son comunes para integración con sistemas SQL y NoSQL, respectivamente.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C9281A-4C46-3F84-38F4-A7167AFD8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19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CC2C7CB-7C7B-C7AD-DB8B-74640ECA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Pasos formato de datos adecuado</a:t>
            </a:r>
          </a:p>
        </p:txBody>
      </p:sp>
    </p:spTree>
    <p:extLst>
      <p:ext uri="{BB962C8B-B14F-4D97-AF65-F5344CB8AC3E}">
        <p14:creationId xmlns:p14="http://schemas.microsoft.com/office/powerpoint/2010/main" val="1253124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7011B-1D70-72FC-A7F5-33A8674F3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7E1248E-83DB-C7F0-1739-54355F2163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092" y="1439184"/>
            <a:ext cx="10251124" cy="4377195"/>
          </a:xfrm>
        </p:spPr>
        <p:txBody>
          <a:bodyPr/>
          <a:lstStyle/>
          <a:p>
            <a:pPr marL="0" indent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5. Requerimientos de Rendimiento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Velocidad de Lectura y Escritura: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Formatos como </a:t>
            </a:r>
            <a:r>
              <a:rPr lang="es-ES" sz="20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Avro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son conocidos por su rápida deserialización, lo que es útil cuando se necesita un alto rendimiento en tiempo real.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Compresión y Tamaño del Archivo: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Formatos como </a:t>
            </a:r>
            <a:r>
              <a:rPr lang="es-ES" sz="20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Parquet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y </a:t>
            </a: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ORC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ofrecen compresión eficiente, lo que reduce el tamaño de almacenamiento y mejora la velocidad de lectura en operaciones que involucran grandes volúmenes de datos.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B11C8E-1E6C-C402-4043-91BA11EE7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20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6E76DA6B-03F3-9AA8-9AFC-AAE3660DF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Pasos formato de datos adecuado</a:t>
            </a:r>
          </a:p>
        </p:txBody>
      </p:sp>
    </p:spTree>
    <p:extLst>
      <p:ext uri="{BB962C8B-B14F-4D97-AF65-F5344CB8AC3E}">
        <p14:creationId xmlns:p14="http://schemas.microsoft.com/office/powerpoint/2010/main" val="3243966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96268-578F-53DD-A411-DFB5E1D4A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33E38B8-8CF0-5DCF-F848-813E0744F2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092" y="1439184"/>
            <a:ext cx="10179562" cy="4377195"/>
          </a:xfrm>
        </p:spPr>
        <p:txBody>
          <a:bodyPr/>
          <a:lstStyle/>
          <a:p>
            <a:pPr marL="0" indent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6. Manejabilidad y Evolución del Esquema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Cambios en la Estructura de Datos: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Si los datos están sujetos a cambios frecuentes en su estructura, elegir un formato que maneje bien la evolución del esquema, como </a:t>
            </a:r>
            <a:r>
              <a:rPr lang="es-ES" sz="20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Avro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 </a:t>
            </a:r>
            <a:r>
              <a:rPr lang="es-ES" sz="20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Protobuf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es crucial para evitar la pérdida de datos o problemas de compatibilidad.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Legibilidad Humana: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Para tareas de depuración y desarrollo, un formato legible como </a:t>
            </a: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JSON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puede ser preferible, aunque no sea tan eficiente como otros en términos de almacenamiento.</a:t>
            </a: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50FA9C-9DD3-A900-DF74-58173E11F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21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8F43C70-CFAA-D808-F47E-16317506E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Pasos formato de datos adecuado</a:t>
            </a:r>
          </a:p>
        </p:txBody>
      </p:sp>
    </p:spTree>
    <p:extLst>
      <p:ext uri="{BB962C8B-B14F-4D97-AF65-F5344CB8AC3E}">
        <p14:creationId xmlns:p14="http://schemas.microsoft.com/office/powerpoint/2010/main" val="264221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FA51F-530D-8220-63B5-02A116605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770C842-360C-FB22-0FA5-0134DB38F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092" y="1439184"/>
            <a:ext cx="10274978" cy="4377195"/>
          </a:xfrm>
        </p:spPr>
        <p:txBody>
          <a:bodyPr/>
          <a:lstStyle/>
          <a:p>
            <a:pPr marL="0" indent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7. Seguridad y Cumplimiento Normativo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Cifrado y Compresión: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Evalúa si el formato admite cifrado y compresión de forma nativa o a través de herramientas integradas. Algunos formatos, como </a:t>
            </a:r>
            <a:r>
              <a:rPr lang="es-ES" sz="20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Parquet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permiten implementar compresión y cifrado de manera eficiente.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Regulaciones y Normativas: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Asegúrate de que el formato de datos cumpla con las regulaciones de privacidad y seguridad aplicables, como GDPR o HIPAA, especialmente si los datos contienen información sensible.</a:t>
            </a: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F961BA-6B13-508A-B000-98EDCBDA3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22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44C8965-5614-57B9-C3F9-FCB46AB01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Pasos formato de datos adecuado</a:t>
            </a:r>
          </a:p>
        </p:txBody>
      </p:sp>
      <p:pic>
        <p:nvPicPr>
          <p:cNvPr id="3" name="Picture 2" descr="Todo lo que debes saber sobre la nueva ley GDPR | Mundo Contact">
            <a:extLst>
              <a:ext uri="{FF2B5EF4-FFF2-40B4-BE49-F238E27FC236}">
                <a16:creationId xmlns:a16="http://schemas.microsoft.com/office/drawing/2014/main" id="{5E13067F-66DA-833E-0E0C-C93A68FD07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69" t="10575" r="24778" b="14530"/>
          <a:stretch/>
        </p:blipFill>
        <p:spPr bwMode="auto">
          <a:xfrm>
            <a:off x="2282026" y="4653693"/>
            <a:ext cx="2138900" cy="159699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IPAA (Ley de Responsabilidad y Portabilidad del Seguro Médico) - Glosario  - ProxyElite">
            <a:extLst>
              <a:ext uri="{FF2B5EF4-FFF2-40B4-BE49-F238E27FC236}">
                <a16:creationId xmlns:a16="http://schemas.microsoft.com/office/drawing/2014/main" id="{3C8A886A-4188-2A2C-3FBF-EADBAEE91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2949" y="4653693"/>
            <a:ext cx="2904664" cy="159699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0072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D314F-C7B5-29F1-5D31-5FD177A45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F48F831-918B-88FB-C406-FBB25C8BE5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092" y="1439184"/>
            <a:ext cx="10179562" cy="4377195"/>
          </a:xfrm>
        </p:spPr>
        <p:txBody>
          <a:bodyPr/>
          <a:lstStyle/>
          <a:p>
            <a:pPr marL="0" indent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8. Realizar Pruebas de Rendimiento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Pruebas Piloto: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Antes de tomar una decisión final, realiza pruebas de rendimiento utilizando una muestra de datos. Evalúa el tamaño de almacenamiento, la velocidad de acceso y el tiempo de procesamiento en los formatos considerados.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Análisis Comparativo: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Compara diferentes formatos bajo condiciones similares para determinar cuál ofrece el mejor equilibrio entre eficiencia y usabilidad para el caso específico.</a:t>
            </a: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4EC4E67-5931-F888-7454-6D9E792D5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23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C8BDACD-642C-920F-7771-5A0942370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Pasos formato de datos adecuado</a:t>
            </a:r>
          </a:p>
        </p:txBody>
      </p:sp>
    </p:spTree>
    <p:extLst>
      <p:ext uri="{BB962C8B-B14F-4D97-AF65-F5344CB8AC3E}">
        <p14:creationId xmlns:p14="http://schemas.microsoft.com/office/powerpoint/2010/main" val="2485089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566BB-B1F4-4905-BABE-63A4163A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B1BFEA28-5095-DE0A-ABB0-2EAA4C4FDD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092" y="1439184"/>
            <a:ext cx="10206422" cy="4377195"/>
          </a:xfrm>
        </p:spPr>
        <p:txBody>
          <a:bodyPr/>
          <a:lstStyle/>
          <a:p>
            <a:pPr marL="0" indent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9. Costo de Almacenamiento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Costo del Espacio: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Considera el costo asociado con el almacenamiento en función del tamaño de los archivos en diferentes formatos. Formatos comprimidos como </a:t>
            </a:r>
            <a:r>
              <a:rPr lang="es-ES" sz="20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Parquet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 </a:t>
            </a: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ORC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pueden reducir significativamente los costos de almacenamiento en la nube o en sistemas distribuidos.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Costo del Procesamiento: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También evalúa el costo de procesamiento, especialmente en plataformas en la nube donde se paga por el uso de recursos computacionales.</a:t>
            </a: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93B828-2033-2AF6-2518-E9ED6E9B7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24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A86EBB9-4A76-4C8C-9715-168343F9C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Pasos formato de datos adecuado</a:t>
            </a:r>
          </a:p>
        </p:txBody>
      </p:sp>
      <p:pic>
        <p:nvPicPr>
          <p:cNvPr id="3" name="Picture 2" descr="Disco duro híbrido 500GB 2.5'' SSHD SATA 5400RPM | Componentes \ Discos  duros Ordenadores \ Componentes informáticos \ Discos duros \ SATA 2.5'' |  AMSO">
            <a:extLst>
              <a:ext uri="{FF2B5EF4-FFF2-40B4-BE49-F238E27FC236}">
                <a16:creationId xmlns:a16="http://schemas.microsoft.com/office/drawing/2014/main" id="{EBD72BD0-D9B5-9B40-84E0-4A5BA8A867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7" t="14273" r="9473" b="9751"/>
          <a:stretch/>
        </p:blipFill>
        <p:spPr bwMode="auto">
          <a:xfrm>
            <a:off x="3052945" y="4877501"/>
            <a:ext cx="2175643" cy="1324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Qué es la memoria caché L1, L2 y L3 y cómo funciona">
            <a:extLst>
              <a:ext uri="{FF2B5EF4-FFF2-40B4-BE49-F238E27FC236}">
                <a16:creationId xmlns:a16="http://schemas.microsoft.com/office/drawing/2014/main" id="{F3897C5C-B3A8-9B75-5DF7-DF4F10582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623" y="4769704"/>
            <a:ext cx="2314054" cy="153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2461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CA7E4-A5EB-E56C-4CF0-90DDDAE0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6F1F143-3AC6-1C82-5B56-2532A20C40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091" y="1439184"/>
            <a:ext cx="10187513" cy="4377195"/>
          </a:xfrm>
        </p:spPr>
        <p:txBody>
          <a:bodyPr/>
          <a:lstStyle/>
          <a:p>
            <a:pPr marL="0" indent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10. Consulta con Expertos y Documentación</a:t>
            </a: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Consultas Técnicas: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Habla con arquitectos de datos, científicos de datos, o ingenieros de datos que tengan experiencia con los formatos y herramientas que estás considerando.</a:t>
            </a:r>
          </a:p>
          <a:p>
            <a:pPr marL="342900" lvl="0" indent="-34290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Documentación y Casos de Uso: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Revisa la documentación oficial y los estudios de caso de otros proyectos para entender cómo se ha utilizado el formato en situaciones similares.</a:t>
            </a: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ED7D75-2CD4-39BB-ECD9-B4C3CEDB7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25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1284482-24F6-F7C6-2D77-2612BC5B6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Pasos formato de datos adecuado</a:t>
            </a:r>
          </a:p>
        </p:txBody>
      </p:sp>
    </p:spTree>
    <p:extLst>
      <p:ext uri="{BB962C8B-B14F-4D97-AF65-F5344CB8AC3E}">
        <p14:creationId xmlns:p14="http://schemas.microsoft.com/office/powerpoint/2010/main" val="158331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B8C718C-4D5A-3F25-FBC9-0B1629B5E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1465" y="1566406"/>
            <a:ext cx="9802208" cy="3352020"/>
          </a:xfrm>
        </p:spPr>
        <p:txBody>
          <a:bodyPr>
            <a:normAutofit fontScale="85000" lnSpcReduction="10000"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 elección del formato de datos adecuado en un entorno de Big Data depende de varios factores, como el tipo de datos (estructurados,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semi-estructurados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no estructurados), el volumen, la frecuencia de acceso, y los requerimientos de rendimiento.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s-E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Los formatos como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Parquet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y ORC son ideales para análisis y almacenamiento eficientes, mientras que JSON y </a:t>
            </a:r>
            <a:r>
              <a:rPr lang="es-E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Avro</a:t>
            </a:r>
            <a:r>
              <a:rPr lang="es-E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son útiles para la interoperabilidad y la transmisión de datos. Seleccionar el formato correcto es fundamental para optimizar el almacenamiento y el procesamiento en proyectos de Big Data.</a:t>
            </a:r>
          </a:p>
          <a:p>
            <a:pPr marL="0" indent="0">
              <a:buNone/>
            </a:pPr>
            <a:endParaRPr lang="es-ES" sz="1800" dirty="0"/>
          </a:p>
          <a:p>
            <a:pPr marL="0" indent="0">
              <a:buNone/>
            </a:pPr>
            <a:r>
              <a:rPr lang="es-ES" sz="1600" dirty="0"/>
              <a:t>	</a:t>
            </a:r>
          </a:p>
          <a:p>
            <a:pPr marL="0" indent="0">
              <a:buNone/>
            </a:pPr>
            <a:endParaRPr lang="es-ES" sz="1600" dirty="0"/>
          </a:p>
          <a:p>
            <a:pPr marL="0" indent="0">
              <a:buNone/>
            </a:pPr>
            <a:r>
              <a:rPr lang="es-ES" sz="1600" dirty="0"/>
              <a:t>https://www.youtube.com/watch?v=DafzYp5XRmA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BC321E-9258-0FED-839B-63A28DA3B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26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2C71195-3E37-A403-35B1-669A26900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36909924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C1D454-E666-0389-E3FF-9CB952764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F3D41-AE33-4008-8B06-335FF87D3229}" type="slidenum">
              <a:rPr lang="es-ES" smtClean="0"/>
              <a:pPr/>
              <a:t>27</a:t>
            </a:fld>
            <a:endParaRPr lang="es-ES" dirty="0"/>
          </a:p>
        </p:txBody>
      </p:sp>
      <p:pic>
        <p:nvPicPr>
          <p:cNvPr id="1026" name="Picture 2" descr="AVRO vs Parquet">
            <a:extLst>
              <a:ext uri="{FF2B5EF4-FFF2-40B4-BE49-F238E27FC236}">
                <a16:creationId xmlns:a16="http://schemas.microsoft.com/office/drawing/2014/main" id="{7AB81038-9917-ABD4-7F78-1C5FD0A347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102"/>
          <a:stretch/>
        </p:blipFill>
        <p:spPr bwMode="auto">
          <a:xfrm>
            <a:off x="1519237" y="337833"/>
            <a:ext cx="9153525" cy="5342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291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19A4A9C-75C8-425E-B89C-651691101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160" y="2001839"/>
            <a:ext cx="7889240" cy="1914525"/>
          </a:xfrm>
        </p:spPr>
        <p:txBody>
          <a:bodyPr anchor="b">
            <a:normAutofit/>
          </a:bodyPr>
          <a:lstStyle/>
          <a:p>
            <a:r>
              <a:rPr lang="es-ES" dirty="0"/>
              <a:t>¡Gracias por participar!</a:t>
            </a: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136B838F-98E9-41B4-B333-0EB0EAB5B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161" y="4442620"/>
            <a:ext cx="7512857" cy="1655762"/>
          </a:xfrm>
        </p:spPr>
        <p:txBody>
          <a:bodyPr>
            <a:normAutofit/>
          </a:bodyPr>
          <a:lstStyle/>
          <a:p>
            <a:r>
              <a:rPr lang="es-ES"/>
              <a:t>www.planetafp</a:t>
            </a:r>
            <a:r>
              <a:rPr lang="es-ES" dirty="0"/>
              <a:t>.es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8ADB932-AD6F-EBB4-C087-08DBCE19C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  <a:buSzPct val="25000"/>
            </a:pPr>
            <a:fld id="{00000000-1234-1234-1234-123412341234}" type="slidenum">
              <a:rPr lang="es-E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spcAft>
                  <a:spcPts val="600"/>
                </a:spcAft>
                <a:buSzPct val="25000"/>
              </a:pPr>
              <a:t>28</a:t>
            </a:fld>
            <a:endParaRPr lang="es-E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95807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1" id="{935658E0-4AAA-4D22-B684-4B1439611063}" vid="{61BB8FD8-0602-478E-A8B9-4F86793A0B1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2ea85e-f9be-4ec6-bd31-0ee241c993b1">
      <Terms xmlns="http://schemas.microsoft.com/office/infopath/2007/PartnerControls"/>
    </lcf76f155ced4ddcb4097134ff3c332f>
    <TaxCatchAll xmlns="25cbb5be-32c9-4c2e-b51c-2c7adb16fd3f" xsi:nil="true"/>
    <Curso xmlns="c02ea85e-f9be-4ec6-bd31-0ee241c993b1">1</Curso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12F54CAA688045896DF402454D4520" ma:contentTypeVersion="19" ma:contentTypeDescription="Create a new document." ma:contentTypeScope="" ma:versionID="1f880b249ba6f3722e651862f2a74540">
  <xsd:schema xmlns:xsd="http://www.w3.org/2001/XMLSchema" xmlns:xs="http://www.w3.org/2001/XMLSchema" xmlns:p="http://schemas.microsoft.com/office/2006/metadata/properties" xmlns:ns2="c02ea85e-f9be-4ec6-bd31-0ee241c993b1" xmlns:ns3="25cbb5be-32c9-4c2e-b51c-2c7adb16fd3f" targetNamespace="http://schemas.microsoft.com/office/2006/metadata/properties" ma:root="true" ma:fieldsID="b7f89b764f2ad07ed2d331a16c57804d" ns2:_="" ns3:_="">
    <xsd:import namespace="c02ea85e-f9be-4ec6-bd31-0ee241c993b1"/>
    <xsd:import namespace="25cbb5be-32c9-4c2e-b51c-2c7adb16fd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Curso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2ea85e-f9be-4ec6-bd31-0ee241c993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0e055066-1d0b-4836-b0e5-54071a0012a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Curso" ma:index="22" nillable="true" ma:displayName="Curso" ma:decimals="0" ma:default="1" ma:format="Dropdown" ma:internalName="Curso" ma:percentage="FALSE">
      <xsd:simpleType>
        <xsd:restriction base="dms:Number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cbb5be-32c9-4c2e-b51c-2c7adb16fd3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23db4838-98dd-4d19-82cc-1923c5ad1b82}" ma:internalName="TaxCatchAll" ma:showField="CatchAllData" ma:web="25cbb5be-32c9-4c2e-b51c-2c7adb16fd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EEBA15-2685-4FC7-BDF4-D3202269E7B3}">
  <ds:schemaRefs>
    <ds:schemaRef ds:uri="http://schemas.microsoft.com/office/2006/metadata/properties"/>
    <ds:schemaRef ds:uri="http://schemas.microsoft.com/office/infopath/2007/PartnerControls"/>
    <ds:schemaRef ds:uri="c02ea85e-f9be-4ec6-bd31-0ee241c993b1"/>
    <ds:schemaRef ds:uri="25cbb5be-32c9-4c2e-b51c-2c7adb16fd3f"/>
  </ds:schemaRefs>
</ds:datastoreItem>
</file>

<file path=customXml/itemProps2.xml><?xml version="1.0" encoding="utf-8"?>
<ds:datastoreItem xmlns:ds="http://schemas.openxmlformats.org/officeDocument/2006/customXml" ds:itemID="{F546AB64-199D-4789-AF0E-1AE08E55B3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2ea85e-f9be-4ec6-bd31-0ee241c993b1"/>
    <ds:schemaRef ds:uri="25cbb5be-32c9-4c2e-b51c-2c7adb16fd3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8E28AC2-7A38-4507-A348-B065F0EB5E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2016</TotalTime>
  <Words>2058</Words>
  <Application>Microsoft Office PowerPoint</Application>
  <PresentationFormat>Panorámica</PresentationFormat>
  <Paragraphs>193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Courier New</vt:lpstr>
      <vt:lpstr>Symbol</vt:lpstr>
      <vt:lpstr>Wingdings</vt:lpstr>
      <vt:lpstr>Tema1</vt:lpstr>
      <vt:lpstr>Formatos de Datos para Almacenar</vt:lpstr>
      <vt:lpstr>Contenido</vt:lpstr>
      <vt:lpstr>Objetivo</vt:lpstr>
      <vt:lpstr>Formatos orientados a Fila o Columna</vt:lpstr>
      <vt:lpstr>Formatos Comunes (JSON)</vt:lpstr>
      <vt:lpstr>Formatos Comunes (Avro)</vt:lpstr>
      <vt:lpstr>Formatos Comunes (Parquet)</vt:lpstr>
      <vt:lpstr>Formatos Comunes (ORC)</vt:lpstr>
      <vt:lpstr>Avro</vt:lpstr>
      <vt:lpstr>Formatos Comunes (CVS)</vt:lpstr>
      <vt:lpstr>Formatos Comunes (SequenceFile)</vt:lpstr>
      <vt:lpstr>Formato Comunes(RCFile)</vt:lpstr>
      <vt:lpstr>Formatos Comunes (ProtoBuf)</vt:lpstr>
      <vt:lpstr>Formatos Comunes (Avro + Parquet o Avro + ORC)</vt:lpstr>
      <vt:lpstr>Sistema de Archivo(HDFS)</vt:lpstr>
      <vt:lpstr>Pasos formato de datos adecuado</vt:lpstr>
      <vt:lpstr>Pasos formato de datos adecuado</vt:lpstr>
      <vt:lpstr>Pasos formato de datos adecuado</vt:lpstr>
      <vt:lpstr>Pasos formato de datos adecuado</vt:lpstr>
      <vt:lpstr>Pasos formato de datos adecuado</vt:lpstr>
      <vt:lpstr>Pasos formato de datos adecuado</vt:lpstr>
      <vt:lpstr>Pasos formato de datos adecuado</vt:lpstr>
      <vt:lpstr>Pasos formato de datos adecuado</vt:lpstr>
      <vt:lpstr>Pasos formato de datos adecuado</vt:lpstr>
      <vt:lpstr>Pasos formato de datos adecuado</vt:lpstr>
      <vt:lpstr>Conclusiones</vt:lpstr>
      <vt:lpstr>Presentación de PowerPoint</vt:lpstr>
      <vt:lpstr>¡Gracias por participar!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Jackeline Nishimura</dc:creator>
  <cp:lastModifiedBy>Yuandry Noa Galvez</cp:lastModifiedBy>
  <cp:revision>126</cp:revision>
  <dcterms:created xsi:type="dcterms:W3CDTF">2020-01-16T08:59:11Z</dcterms:created>
  <dcterms:modified xsi:type="dcterms:W3CDTF">2026-09-20T08:48:52Z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0x0101009412F54CAA688045896DF402454D4520</vt:lpwstr>
  </property>
</Properties>
</file>